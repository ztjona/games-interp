
<file path=[Content_Types].xml><?xml version="1.0" encoding="utf-8"?>
<Types xmlns="http://schemas.openxmlformats.org/package/2006/content-types">
  <Default Extension="emf" ContentType="image/x-emf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theme/theme2.xml" ContentType="application/vnd.openxmlformats-officedocument.theme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13" r:id="rId4"/>
    <p:sldMasterId id="2147483660" r:id="rId5"/>
    <p:sldMasterId id="2147483690" r:id="rId6"/>
  </p:sldMasterIdLst>
  <p:notesMasterIdLst>
    <p:notesMasterId r:id="rId15"/>
  </p:notesMasterIdLst>
  <p:handoutMasterIdLst>
    <p:handoutMasterId r:id="rId16"/>
  </p:handoutMasterIdLst>
  <p:sldIdLst>
    <p:sldId id="256" r:id="rId7"/>
    <p:sldId id="1083" r:id="rId8"/>
    <p:sldId id="1084" r:id="rId9"/>
    <p:sldId id="1085" r:id="rId10"/>
    <p:sldId id="1086" r:id="rId11"/>
    <p:sldId id="1087" r:id="rId12"/>
    <p:sldId id="1088" r:id="rId13"/>
    <p:sldId id="258" r:id="rId14"/>
  </p:sldIdLst>
  <p:sldSz cx="9144000" cy="5143500" type="screen16x9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esentación" id="{C367E054-E0CA-4736-81F0-B848B5D41DF7}">
          <p14:sldIdLst>
            <p14:sldId id="256"/>
          </p14:sldIdLst>
        </p14:section>
        <p14:section name="resumen" id="{4A39A3B3-40F6-4CD9-9462-C7B64CF99226}">
          <p14:sldIdLst>
            <p14:sldId id="1083"/>
            <p14:sldId id="1084"/>
            <p14:sldId id="1085"/>
            <p14:sldId id="1086"/>
            <p14:sldId id="1087"/>
          </p14:sldIdLst>
        </p14:section>
        <p14:section name="arnold beta" id="{28C19DF3-6A0E-4738-B430-43B2165BAAF1}">
          <p14:sldIdLst>
            <p14:sldId id="1088"/>
          </p14:sldIdLst>
        </p14:section>
        <p14:section name="fin" id="{98213B08-07B6-4D8E-A0DF-CE6B5C51030D}">
          <p14:sldIdLst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ONATHAN ALEJANDRO ZEA GUACHAMIN" initials="JAZG" lastIdx="1" clrIdx="0">
    <p:extLst>
      <p:ext uri="{19B8F6BF-5375-455C-9EA6-DF929625EA0E}">
        <p15:presenceInfo xmlns:p15="http://schemas.microsoft.com/office/powerpoint/2012/main" userId="JONATHAN ALEJANDRO ZEA GUACHA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87BB9"/>
    <a:srgbClr val="0073AE"/>
    <a:srgbClr val="CC0033"/>
    <a:srgbClr val="2CB6C0"/>
    <a:srgbClr val="335D64"/>
    <a:srgbClr val="0066A1"/>
    <a:srgbClr val="01B4E3"/>
    <a:srgbClr val="EE7422"/>
    <a:srgbClr val="E37222"/>
    <a:srgbClr val="FDC82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3249C18-CE64-4282-82C7-EEBC79DF6983}" v="23" dt="2026-03-06T21:14:41.54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0129" autoAdjust="0"/>
  </p:normalViewPr>
  <p:slideViewPr>
    <p:cSldViewPr snapToGrid="0">
      <p:cViewPr varScale="1">
        <p:scale>
          <a:sx n="131" d="100"/>
          <a:sy n="131" d="100"/>
        </p:scale>
        <p:origin x="1002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51210"/>
    </p:cViewPr>
  </p:sorterViewPr>
  <p:notesViewPr>
    <p:cSldViewPr snapToGrid="0" showGuides="1">
      <p:cViewPr varScale="1">
        <p:scale>
          <a:sx n="84" d="100"/>
          <a:sy n="84" d="100"/>
        </p:scale>
        <p:origin x="3828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2.xml"/><Relationship Id="rId13" Type="http://schemas.openxmlformats.org/officeDocument/2006/relationships/slide" Target="slides/slide7.xml"/><Relationship Id="rId18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tableStyles" Target="tableStyles.xml"/><Relationship Id="rId7" Type="http://schemas.openxmlformats.org/officeDocument/2006/relationships/slide" Target="slides/slide1.xml"/><Relationship Id="rId12" Type="http://schemas.openxmlformats.org/officeDocument/2006/relationships/slide" Target="slides/slide6.xml"/><Relationship Id="rId17" Type="http://schemas.openxmlformats.org/officeDocument/2006/relationships/commentAuthors" Target="commentAuthors.xml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theme" Target="theme/theme1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5.xml"/><Relationship Id="rId5" Type="http://schemas.openxmlformats.org/officeDocument/2006/relationships/slideMaster" Target="slideMasters/slideMaster2.xml"/><Relationship Id="rId15" Type="http://schemas.openxmlformats.org/officeDocument/2006/relationships/notesMaster" Target="notesMasters/notesMaster1.xml"/><Relationship Id="rId23" Type="http://schemas.microsoft.com/office/2015/10/relationships/revisionInfo" Target="revisionInfo.xml"/><Relationship Id="rId10" Type="http://schemas.openxmlformats.org/officeDocument/2006/relationships/slide" Target="slides/slide4.xml"/><Relationship Id="rId19" Type="http://schemas.openxmlformats.org/officeDocument/2006/relationships/viewProps" Target="view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14" Type="http://schemas.openxmlformats.org/officeDocument/2006/relationships/slide" Target="slides/slide8.xml"/><Relationship Id="rId22" Type="http://schemas.microsoft.com/office/2016/11/relationships/changesInfo" Target="changesInfos/changesInfo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JONATHAN ALEJANDRO ZEA GUACHAMIN" userId="c479a8f2-8466-461a-b845-49db3456936b" providerId="ADAL" clId="{45C5F3C3-A525-4687-B1A8-D26D05EE71E5}"/>
    <pc:docChg chg="undo custSel addSld modSld addSection modSection">
      <pc:chgData name="JONATHAN ALEJANDRO ZEA GUACHAMIN" userId="c479a8f2-8466-461a-b845-49db3456936b" providerId="ADAL" clId="{45C5F3C3-A525-4687-B1A8-D26D05EE71E5}" dt="2026-03-06T21:14:53.809" v="40" actId="22"/>
      <pc:docMkLst>
        <pc:docMk/>
      </pc:docMkLst>
      <pc:sldChg chg="modSp">
        <pc:chgData name="JONATHAN ALEJANDRO ZEA GUACHAMIN" userId="c479a8f2-8466-461a-b845-49db3456936b" providerId="ADAL" clId="{45C5F3C3-A525-4687-B1A8-D26D05EE71E5}" dt="2026-03-06T21:14:41.548" v="34" actId="20577"/>
        <pc:sldMkLst>
          <pc:docMk/>
          <pc:sldMk cId="3696706173" sldId="1083"/>
        </pc:sldMkLst>
        <pc:spChg chg="mod">
          <ac:chgData name="JONATHAN ALEJANDRO ZEA GUACHAMIN" userId="c479a8f2-8466-461a-b845-49db3456936b" providerId="ADAL" clId="{45C5F3C3-A525-4687-B1A8-D26D05EE71E5}" dt="2026-03-06T15:57:05.868" v="8" actId="20577"/>
          <ac:spMkLst>
            <pc:docMk/>
            <pc:sldMk cId="3696706173" sldId="1083"/>
            <ac:spMk id="5" creationId="{5D9A7B50-F80A-4898-8BF2-AAC94EAE722D}"/>
          </ac:spMkLst>
        </pc:spChg>
        <pc:spChg chg="mod">
          <ac:chgData name="JONATHAN ALEJANDRO ZEA GUACHAMIN" userId="c479a8f2-8466-461a-b845-49db3456936b" providerId="ADAL" clId="{45C5F3C3-A525-4687-B1A8-D26D05EE71E5}" dt="2026-03-06T21:14:41.548" v="34" actId="20577"/>
          <ac:spMkLst>
            <pc:docMk/>
            <pc:sldMk cId="3696706173" sldId="1083"/>
            <ac:spMk id="14" creationId="{F61DDF00-392D-42A9-A1EF-67B4CC795F93}"/>
          </ac:spMkLst>
        </pc:spChg>
      </pc:sldChg>
      <pc:sldChg chg="modSp mod">
        <pc:chgData name="JONATHAN ALEJANDRO ZEA GUACHAMIN" userId="c479a8f2-8466-461a-b845-49db3456936b" providerId="ADAL" clId="{45C5F3C3-A525-4687-B1A8-D26D05EE71E5}" dt="2026-03-06T16:04:22.795" v="12" actId="1076"/>
        <pc:sldMkLst>
          <pc:docMk/>
          <pc:sldMk cId="2891288023" sldId="1084"/>
        </pc:sldMkLst>
        <pc:spChg chg="mod">
          <ac:chgData name="JONATHAN ALEJANDRO ZEA GUACHAMIN" userId="c479a8f2-8466-461a-b845-49db3456936b" providerId="ADAL" clId="{45C5F3C3-A525-4687-B1A8-D26D05EE71E5}" dt="2026-03-06T16:04:17.412" v="11" actId="404"/>
          <ac:spMkLst>
            <pc:docMk/>
            <pc:sldMk cId="2891288023" sldId="1084"/>
            <ac:spMk id="7" creationId="{22ED2C08-AE28-D59C-E3EC-86FDEB0FCFC5}"/>
          </ac:spMkLst>
        </pc:spChg>
        <pc:picChg chg="mod">
          <ac:chgData name="JONATHAN ALEJANDRO ZEA GUACHAMIN" userId="c479a8f2-8466-461a-b845-49db3456936b" providerId="ADAL" clId="{45C5F3C3-A525-4687-B1A8-D26D05EE71E5}" dt="2026-03-06T16:04:22.795" v="12" actId="1076"/>
          <ac:picMkLst>
            <pc:docMk/>
            <pc:sldMk cId="2891288023" sldId="1084"/>
            <ac:picMk id="6" creationId="{6DE5B7F8-D398-E574-1B25-E78AD68CB535}"/>
          </ac:picMkLst>
        </pc:picChg>
      </pc:sldChg>
      <pc:sldChg chg="addSp delSp modSp new mod">
        <pc:chgData name="JONATHAN ALEJANDRO ZEA GUACHAMIN" userId="c479a8f2-8466-461a-b845-49db3456936b" providerId="ADAL" clId="{45C5F3C3-A525-4687-B1A8-D26D05EE71E5}" dt="2026-03-06T16:43:25.652" v="16" actId="1076"/>
        <pc:sldMkLst>
          <pc:docMk/>
          <pc:sldMk cId="3748766268" sldId="1085"/>
        </pc:sldMkLst>
        <pc:spChg chg="del">
          <ac:chgData name="JONATHAN ALEJANDRO ZEA GUACHAMIN" userId="c479a8f2-8466-461a-b845-49db3456936b" providerId="ADAL" clId="{45C5F3C3-A525-4687-B1A8-D26D05EE71E5}" dt="2026-03-06T16:18:49.021" v="13" actId="22"/>
          <ac:spMkLst>
            <pc:docMk/>
            <pc:sldMk cId="3748766268" sldId="1085"/>
            <ac:spMk id="2" creationId="{6A727F5A-79F2-3D7C-2CFA-B4A2D5AEB00E}"/>
          </ac:spMkLst>
        </pc:spChg>
        <pc:picChg chg="add mod ord">
          <ac:chgData name="JONATHAN ALEJANDRO ZEA GUACHAMIN" userId="c479a8f2-8466-461a-b845-49db3456936b" providerId="ADAL" clId="{45C5F3C3-A525-4687-B1A8-D26D05EE71E5}" dt="2026-03-06T16:43:25.652" v="16" actId="1076"/>
          <ac:picMkLst>
            <pc:docMk/>
            <pc:sldMk cId="3748766268" sldId="1085"/>
            <ac:picMk id="4" creationId="{FEFE649D-99AA-BBD9-2C60-01A359D724D7}"/>
          </ac:picMkLst>
        </pc:picChg>
      </pc:sldChg>
      <pc:sldChg chg="addSp delSp modSp new mod">
        <pc:chgData name="JONATHAN ALEJANDRO ZEA GUACHAMIN" userId="c479a8f2-8466-461a-b845-49db3456936b" providerId="ADAL" clId="{45C5F3C3-A525-4687-B1A8-D26D05EE71E5}" dt="2026-03-06T16:43:43.794" v="18" actId="22"/>
        <pc:sldMkLst>
          <pc:docMk/>
          <pc:sldMk cId="141462006" sldId="1086"/>
        </pc:sldMkLst>
        <pc:spChg chg="del">
          <ac:chgData name="JONATHAN ALEJANDRO ZEA GUACHAMIN" userId="c479a8f2-8466-461a-b845-49db3456936b" providerId="ADAL" clId="{45C5F3C3-A525-4687-B1A8-D26D05EE71E5}" dt="2026-03-06T16:43:43.794" v="18" actId="22"/>
          <ac:spMkLst>
            <pc:docMk/>
            <pc:sldMk cId="141462006" sldId="1086"/>
            <ac:spMk id="2" creationId="{326DABDA-05FE-495E-DCAD-A17C3E33AA7C}"/>
          </ac:spMkLst>
        </pc:spChg>
        <pc:picChg chg="add mod ord">
          <ac:chgData name="JONATHAN ALEJANDRO ZEA GUACHAMIN" userId="c479a8f2-8466-461a-b845-49db3456936b" providerId="ADAL" clId="{45C5F3C3-A525-4687-B1A8-D26D05EE71E5}" dt="2026-03-06T16:43:43.794" v="18" actId="22"/>
          <ac:picMkLst>
            <pc:docMk/>
            <pc:sldMk cId="141462006" sldId="1086"/>
            <ac:picMk id="4" creationId="{D4B62763-201C-E909-5F1E-9713EC77E671}"/>
          </ac:picMkLst>
        </pc:picChg>
      </pc:sldChg>
      <pc:sldChg chg="addSp delSp modSp new mod">
        <pc:chgData name="JONATHAN ALEJANDRO ZEA GUACHAMIN" userId="c479a8f2-8466-461a-b845-49db3456936b" providerId="ADAL" clId="{45C5F3C3-A525-4687-B1A8-D26D05EE71E5}" dt="2026-03-06T16:45:27.218" v="20" actId="22"/>
        <pc:sldMkLst>
          <pc:docMk/>
          <pc:sldMk cId="2318873758" sldId="1087"/>
        </pc:sldMkLst>
        <pc:spChg chg="del">
          <ac:chgData name="JONATHAN ALEJANDRO ZEA GUACHAMIN" userId="c479a8f2-8466-461a-b845-49db3456936b" providerId="ADAL" clId="{45C5F3C3-A525-4687-B1A8-D26D05EE71E5}" dt="2026-03-06T16:45:27.218" v="20" actId="22"/>
          <ac:spMkLst>
            <pc:docMk/>
            <pc:sldMk cId="2318873758" sldId="1087"/>
            <ac:spMk id="2" creationId="{65B4987D-3B54-4B96-1938-A5FBD4D40756}"/>
          </ac:spMkLst>
        </pc:spChg>
        <pc:picChg chg="add mod ord">
          <ac:chgData name="JONATHAN ALEJANDRO ZEA GUACHAMIN" userId="c479a8f2-8466-461a-b845-49db3456936b" providerId="ADAL" clId="{45C5F3C3-A525-4687-B1A8-D26D05EE71E5}" dt="2026-03-06T16:45:27.218" v="20" actId="22"/>
          <ac:picMkLst>
            <pc:docMk/>
            <pc:sldMk cId="2318873758" sldId="1087"/>
            <ac:picMk id="4" creationId="{93C52B1F-B221-BB40-73E4-585089A7FF16}"/>
          </ac:picMkLst>
        </pc:picChg>
      </pc:sldChg>
      <pc:sldChg chg="addSp delSp modSp new mod">
        <pc:chgData name="JONATHAN ALEJANDRO ZEA GUACHAMIN" userId="c479a8f2-8466-461a-b845-49db3456936b" providerId="ADAL" clId="{45C5F3C3-A525-4687-B1A8-D26D05EE71E5}" dt="2026-03-06T21:14:53.809" v="40" actId="22"/>
        <pc:sldMkLst>
          <pc:docMk/>
          <pc:sldMk cId="3510881367" sldId="1088"/>
        </pc:sldMkLst>
        <pc:spChg chg="add del">
          <ac:chgData name="JONATHAN ALEJANDRO ZEA GUACHAMIN" userId="c479a8f2-8466-461a-b845-49db3456936b" providerId="ADAL" clId="{45C5F3C3-A525-4687-B1A8-D26D05EE71E5}" dt="2026-03-06T21:14:53.809" v="40" actId="22"/>
          <ac:spMkLst>
            <pc:docMk/>
            <pc:sldMk cId="3510881367" sldId="1088"/>
            <ac:spMk id="2" creationId="{5C81F737-66F6-5948-04D4-8B680CD5D0C5}"/>
          </ac:spMkLst>
        </pc:spChg>
        <pc:picChg chg="add del mod ord">
          <ac:chgData name="JONATHAN ALEJANDRO ZEA GUACHAMIN" userId="c479a8f2-8466-461a-b845-49db3456936b" providerId="ADAL" clId="{45C5F3C3-A525-4687-B1A8-D26D05EE71E5}" dt="2026-03-06T21:14:52.035" v="39" actId="22"/>
          <ac:picMkLst>
            <pc:docMk/>
            <pc:sldMk cId="3510881367" sldId="1088"/>
            <ac:picMk id="4" creationId="{6A5CB9A3-63DE-C736-56C2-BEF0E6787B88}"/>
          </ac:picMkLst>
        </pc:picChg>
        <pc:picChg chg="add mod ord">
          <ac:chgData name="JONATHAN ALEJANDRO ZEA GUACHAMIN" userId="c479a8f2-8466-461a-b845-49db3456936b" providerId="ADAL" clId="{45C5F3C3-A525-4687-B1A8-D26D05EE71E5}" dt="2026-03-06T21:14:53.809" v="40" actId="22"/>
          <ac:picMkLst>
            <pc:docMk/>
            <pc:sldMk cId="3510881367" sldId="1088"/>
            <ac:picMk id="6" creationId="{DB82B26D-C448-6DBE-04FA-AA9DA1D6953C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41E8A384-BB8D-43EC-A69C-A9EC4BD04BE8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15ABAF1-8649-4227-83B4-6221DA1025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3EB124-DA13-455A-A6FB-444E342E0DE8}" type="datetimeFigureOut">
              <a:rPr lang="es-419" smtClean="0"/>
              <a:t>6/3/2026</a:t>
            </a:fld>
            <a:endParaRPr lang="es-419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97413D5-89E4-4005-976D-304A585631D9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419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31BA9BB9-560D-402B-8CAC-5A09B9FAFE32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A873724-36E7-47AD-ACF6-72F06002B3B5}" type="slidenum">
              <a:rPr lang="es-419" smtClean="0"/>
              <a:t>‹#›</a:t>
            </a:fld>
            <a:endParaRPr lang="es-419"/>
          </a:p>
        </p:txBody>
      </p:sp>
    </p:spTree>
    <p:extLst>
      <p:ext uri="{BB962C8B-B14F-4D97-AF65-F5344CB8AC3E}">
        <p14:creationId xmlns:p14="http://schemas.microsoft.com/office/powerpoint/2010/main" val="4156281774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0328D45-CD78-E946-97C3-593DC6155472}" type="datetimeFigureOut">
              <a:rPr lang="en-US" smtClean="0"/>
              <a:t>3/6/2026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FF362D4-5DD5-1441-A093-8EF5773AF7C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31808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2.xml"/></Relationships>
</file>

<file path=ppt/slideLayouts/_rels/slideLayout4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419EF0-B63D-C145-92BD-3C4FCD22DE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20000"/>
          </a:blip>
          <a:srcRect t="14378" b="40395"/>
          <a:stretch/>
        </p:blipFill>
        <p:spPr>
          <a:xfrm>
            <a:off x="9727" y="556313"/>
            <a:ext cx="9144000" cy="4170051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068749" y="2146570"/>
            <a:ext cx="5025957" cy="777803"/>
          </a:xfrm>
        </p:spPr>
        <p:txBody>
          <a:bodyPr>
            <a:normAutofit/>
          </a:bodyPr>
          <a:lstStyle>
            <a:lvl1pPr marL="0" indent="0" algn="ctr">
              <a:buNone/>
              <a:defRPr sz="2100" b="1" i="1">
                <a:solidFill>
                  <a:schemeClr val="tx1">
                    <a:lumMod val="50000"/>
                    <a:lumOff val="50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8E558B7-F454-4B91-96F1-977AC7E54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66438"/>
            <a:ext cx="7886700" cy="56391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37028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5502919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imple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円/楕円 5"/>
          <p:cNvSpPr/>
          <p:nvPr userDrawn="1"/>
        </p:nvSpPr>
        <p:spPr>
          <a:xfrm>
            <a:off x="1347953" y="924379"/>
            <a:ext cx="329632" cy="32960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1</a:t>
            </a:r>
            <a:endParaRPr kumimoji="1" lang="ja-JP" altLang="en-US" sz="900" dirty="0"/>
          </a:p>
        </p:txBody>
      </p:sp>
      <p:sp>
        <p:nvSpPr>
          <p:cNvPr id="7" name="円/楕円 6"/>
          <p:cNvSpPr/>
          <p:nvPr userDrawn="1"/>
        </p:nvSpPr>
        <p:spPr>
          <a:xfrm>
            <a:off x="1347953" y="1594268"/>
            <a:ext cx="329632" cy="3296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2</a:t>
            </a:r>
          </a:p>
        </p:txBody>
      </p:sp>
      <p:sp>
        <p:nvSpPr>
          <p:cNvPr id="8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1800759" y="870134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9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1800759" y="1540023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0" name="円/楕円 9"/>
          <p:cNvSpPr/>
          <p:nvPr userDrawn="1"/>
        </p:nvSpPr>
        <p:spPr>
          <a:xfrm>
            <a:off x="1347953" y="2264157"/>
            <a:ext cx="329632" cy="32960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3</a:t>
            </a:r>
            <a:endParaRPr kumimoji="1" lang="ja-JP" altLang="en-US" sz="900" dirty="0"/>
          </a:p>
        </p:txBody>
      </p:sp>
      <p:sp>
        <p:nvSpPr>
          <p:cNvPr id="11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1800759" y="2209912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2" name="円/楕円 11"/>
          <p:cNvSpPr/>
          <p:nvPr userDrawn="1"/>
        </p:nvSpPr>
        <p:spPr>
          <a:xfrm>
            <a:off x="1347953" y="2934046"/>
            <a:ext cx="329632" cy="32960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4</a:t>
            </a:r>
          </a:p>
        </p:txBody>
      </p:sp>
      <p:sp>
        <p:nvSpPr>
          <p:cNvPr id="13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1800759" y="2879801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4" name="円/楕円 13"/>
          <p:cNvSpPr/>
          <p:nvPr userDrawn="1"/>
        </p:nvSpPr>
        <p:spPr>
          <a:xfrm>
            <a:off x="1347953" y="3603935"/>
            <a:ext cx="329632" cy="329603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5</a:t>
            </a:r>
            <a:endParaRPr kumimoji="1" lang="ja-JP" altLang="en-US" sz="900" dirty="0"/>
          </a:p>
        </p:txBody>
      </p:sp>
      <p:sp>
        <p:nvSpPr>
          <p:cNvPr id="15" name="テキスト プレースホルダー 6"/>
          <p:cNvSpPr>
            <a:spLocks noGrp="1"/>
          </p:cNvSpPr>
          <p:nvPr>
            <p:ph type="body" sz="quarter" idx="35" hasCustomPrompt="1"/>
          </p:nvPr>
        </p:nvSpPr>
        <p:spPr>
          <a:xfrm>
            <a:off x="1800759" y="3549690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9" name="Title 3">
            <a:extLst>
              <a:ext uri="{FF2B5EF4-FFF2-40B4-BE49-F238E27FC236}">
                <a16:creationId xmlns:a16="http://schemas.microsoft.com/office/drawing/2014/main" id="{1C7ED4E7-FEF5-46F8-BE4C-49B8C75C2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91" y="5063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11394097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500"/>
                            </p:stCondLst>
                            <p:childTnLst>
                              <p:par>
                                <p:cTn id="32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 animBg="1"/>
      <p:bldP spid="11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 animBg="1"/>
      <p:bldP spid="13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 animBg="1"/>
      <p:bldP spid="1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8650" y="947577"/>
            <a:ext cx="7886700" cy="3379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549136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D91299-34B4-405B-8FF9-E70AD6E8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474563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3"/>
          <p:cNvSpPr>
            <a:spLocks noGrp="1"/>
          </p:cNvSpPr>
          <p:nvPr>
            <p:ph type="body" sz="quarter" idx="14"/>
          </p:nvPr>
        </p:nvSpPr>
        <p:spPr>
          <a:xfrm>
            <a:off x="46291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456A5C-7C26-4114-A3F4-DFB0CE586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35079194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5F5D2CB-69A1-4A62-91AB-F3E0FA9B4F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0027"/>
          <a:stretch/>
        </p:blipFill>
        <p:spPr>
          <a:xfrm rot="10800000" flipV="1">
            <a:off x="3494866" y="210492"/>
            <a:ext cx="6532536" cy="4417642"/>
          </a:xfrm>
          <a:prstGeom prst="rect">
            <a:avLst/>
          </a:prstGeom>
        </p:spPr>
      </p:pic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38862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456A5C-7C26-4114-A3F4-DFB0CE586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3949902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55005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5F5D2CB-69A1-4A62-91AB-F3E0FA9B4F3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/>
          <a:srcRect b="10027"/>
          <a:stretch/>
        </p:blipFill>
        <p:spPr>
          <a:xfrm rot="10800000" flipV="1">
            <a:off x="3494866" y="210492"/>
            <a:ext cx="6532536" cy="4417642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0C456A5C-7C26-4114-A3F4-DFB0CE586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4778" y="2364249"/>
            <a:ext cx="3949902" cy="415002"/>
          </a:xfrm>
          <a:prstGeom prst="rect">
            <a:avLst/>
          </a:prstGeom>
        </p:spPr>
        <p:txBody>
          <a:bodyPr/>
          <a:lstStyle>
            <a:lvl1pPr>
              <a:defRPr sz="4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00375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1369219"/>
            <a:ext cx="3886200" cy="2844563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9B2258-7D3E-4D45-992E-B1AF34B72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5207984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0" y="0"/>
            <a:ext cx="9144000" cy="4726364"/>
          </a:xfrm>
        </p:spPr>
        <p:txBody>
          <a:bodyPr anchor="ctr">
            <a:normAutofit/>
          </a:bodyPr>
          <a:lstStyle>
            <a:lvl1pPr marL="0" indent="0" algn="ctr">
              <a:buNone/>
              <a:defRPr sz="1200" b="1" i="1">
                <a:solidFill>
                  <a:srgbClr val="387BB9"/>
                </a:solidFill>
              </a:defRPr>
            </a:lvl1pPr>
          </a:lstStyle>
          <a:p>
            <a:pPr lvl="0"/>
            <a:r>
              <a:rPr lang="en-US" dirty="0"/>
              <a:t>Insert Object</a:t>
            </a:r>
          </a:p>
        </p:txBody>
      </p:sp>
    </p:spTree>
    <p:extLst>
      <p:ext uri="{BB962C8B-B14F-4D97-AF65-F5344CB8AC3E}">
        <p14:creationId xmlns:p14="http://schemas.microsoft.com/office/powerpoint/2010/main" val="40216918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0" y="0"/>
            <a:ext cx="9144000" cy="4726364"/>
          </a:xfrm>
        </p:spPr>
        <p:txBody>
          <a:bodyPr anchor="ctr"/>
          <a:lstStyle>
            <a:lvl1pPr marL="0" indent="0" algn="ctr">
              <a:buNone/>
              <a:defRPr sz="900" i="1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2" name="Text Placeholder 13">
            <a:extLst>
              <a:ext uri="{FF2B5EF4-FFF2-40B4-BE49-F238E27FC236}">
                <a16:creationId xmlns:a16="http://schemas.microsoft.com/office/drawing/2014/main" id="{3D94F37A-4FBB-4674-FB7E-28782713409C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7007" y="417136"/>
            <a:ext cx="8049986" cy="440114"/>
          </a:xfrm>
          <a:solidFill>
            <a:schemeClr val="accent6">
              <a:lumMod val="40000"/>
              <a:lumOff val="60000"/>
              <a:alpha val="30000"/>
            </a:schemeClr>
          </a:solidFill>
          <a:ln>
            <a:noFill/>
          </a:ln>
          <a:effectLst>
            <a:outerShdw blurRad="44450" dist="27940" dir="5400000" algn="ctr">
              <a:srgbClr val="000000">
                <a:alpha val="32000"/>
              </a:srgbClr>
            </a:outerShdw>
          </a:effectLst>
        </p:spPr>
        <p:txBody>
          <a:bodyPr>
            <a:noAutofit/>
          </a:bodyPr>
          <a:lstStyle>
            <a:lvl1pPr marL="0" indent="0">
              <a:buNone/>
              <a:defRPr sz="2000">
                <a:solidFill>
                  <a:srgbClr val="387BB9"/>
                </a:solidFill>
              </a:defRPr>
            </a:lvl1pPr>
            <a:lvl2pPr marL="342900" indent="0">
              <a:buNone/>
              <a:defRPr/>
            </a:lvl2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6736376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2844601"/>
            <a:ext cx="3886200" cy="1369180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4629150" y="1369219"/>
            <a:ext cx="3886200" cy="1369180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CD0998-C815-455A-B51E-FEBFCFEF1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>
            <a:lvl1pPr>
              <a:defRPr>
                <a:solidFill>
                  <a:srgbClr val="387BB9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1580720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2128102"/>
            <a:ext cx="3886200" cy="2085680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978680"/>
            <a:ext cx="3886200" cy="3234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29150" y="978680"/>
            <a:ext cx="3886200" cy="1149421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.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58744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920446-D1CB-4D1E-B5ED-7E78BD3FA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06809624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Text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8650" y="971551"/>
            <a:ext cx="3886200" cy="3242072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629150" y="2128101"/>
            <a:ext cx="3886200" cy="20855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29150" y="971551"/>
            <a:ext cx="3886200" cy="1156550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ut.</a:t>
            </a:r>
            <a:endParaRPr lang="en-US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62332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96E70-540C-4B42-901B-37DCF5680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20570744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2855320"/>
            <a:ext cx="3886200" cy="1358461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13750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4629150" y="1385779"/>
            <a:ext cx="3886200" cy="1358461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6" name="Content Placeholder 3"/>
          <p:cNvSpPr>
            <a:spLocks noGrp="1"/>
          </p:cNvSpPr>
          <p:nvPr>
            <p:ph sz="half" idx="15" hasCustomPrompt="1"/>
          </p:nvPr>
        </p:nvSpPr>
        <p:spPr>
          <a:xfrm>
            <a:off x="628650" y="2855320"/>
            <a:ext cx="3886200" cy="1358461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5B2D89-EE1D-4613-835C-14546ADA9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5146606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1" y="1369219"/>
            <a:ext cx="3019523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able Placeholder 8"/>
          <p:cNvSpPr>
            <a:spLocks noGrp="1"/>
          </p:cNvSpPr>
          <p:nvPr>
            <p:ph type="tbl" sz="quarter" idx="14" hasCustomPrompt="1"/>
          </p:nvPr>
        </p:nvSpPr>
        <p:spPr>
          <a:xfrm>
            <a:off x="3789576" y="1369219"/>
            <a:ext cx="4725775" cy="2844404"/>
          </a:xfrm>
        </p:spPr>
        <p:txBody>
          <a:bodyPr>
            <a:normAutofit/>
          </a:bodyPr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09BDF6-AA5B-4A25-8265-282753C3D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0751295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6291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3591613"/>
            <a:ext cx="3886200" cy="622010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ut.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628650" y="1369219"/>
            <a:ext cx="3886200" cy="2222393"/>
          </a:xfrm>
        </p:spPr>
        <p:txBody>
          <a:bodyPr>
            <a:normAutofit/>
          </a:bodyPr>
          <a:lstStyle>
            <a:lvl1pPr marL="0" indent="0">
              <a:buNone/>
              <a:defRPr sz="900" i="1" baseline="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61284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AB418-AB8D-4509-98BE-1054EBA4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22461605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2128100"/>
            <a:ext cx="7886700" cy="16049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067580"/>
            <a:ext cx="7886700" cy="106052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3733015"/>
            <a:ext cx="7886700" cy="497168"/>
          </a:xfrm>
        </p:spPr>
        <p:txBody>
          <a:bodyPr>
            <a:normAutofit/>
          </a:bodyPr>
          <a:lstStyle>
            <a:lvl1pPr marL="0" indent="0">
              <a:buNone/>
              <a:defRPr sz="1500" b="1" i="1">
                <a:solidFill>
                  <a:srgbClr val="0066A1"/>
                </a:solidFill>
              </a:defRPr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6318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0BFC07-E8F4-426A-AA54-8F445F747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112876477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8"/>
            <a:ext cx="4970872" cy="2165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3535051"/>
            <a:ext cx="4970872" cy="6785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rgbClr val="0066A1"/>
                </a:solidFill>
              </a:defRPr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5712643" y="1369219"/>
            <a:ext cx="2802707" cy="2844404"/>
          </a:xfrm>
        </p:spPr>
        <p:txBody>
          <a:bodyPr>
            <a:normAutofit/>
          </a:bodyPr>
          <a:lstStyle>
            <a:lvl1pPr marL="0" indent="0">
              <a:buNone/>
              <a:defRPr sz="900" i="1" baseline="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556831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651FEA-1596-4B35-921B-6AB4588A6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91224446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円/楕円 16"/>
          <p:cNvSpPr/>
          <p:nvPr userDrawn="1"/>
        </p:nvSpPr>
        <p:spPr>
          <a:xfrm>
            <a:off x="1755706" y="2575260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8" name="円/楕円 17"/>
          <p:cNvSpPr/>
          <p:nvPr userDrawn="1"/>
        </p:nvSpPr>
        <p:spPr>
          <a:xfrm>
            <a:off x="2988801" y="3100677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9" name="円/楕円 18"/>
          <p:cNvSpPr/>
          <p:nvPr userDrawn="1"/>
        </p:nvSpPr>
        <p:spPr>
          <a:xfrm>
            <a:off x="4221897" y="2312552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0" name="円/楕円 19"/>
          <p:cNvSpPr/>
          <p:nvPr userDrawn="1"/>
        </p:nvSpPr>
        <p:spPr>
          <a:xfrm>
            <a:off x="5454992" y="2837969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1" name="円/楕円 20"/>
          <p:cNvSpPr/>
          <p:nvPr userDrawn="1"/>
        </p:nvSpPr>
        <p:spPr>
          <a:xfrm>
            <a:off x="6688088" y="2049843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46974" y="57908"/>
            <a:ext cx="6928532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530789" y="558374"/>
            <a:ext cx="4887622" cy="252028"/>
          </a:xfrm>
        </p:spPr>
        <p:txBody>
          <a:bodyPr/>
          <a:lstStyle>
            <a:lvl1pPr>
              <a:defRPr i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11" name="円/楕円 10"/>
          <p:cNvSpPr/>
          <p:nvPr userDrawn="1"/>
        </p:nvSpPr>
        <p:spPr>
          <a:xfrm>
            <a:off x="1819224" y="2638773"/>
            <a:ext cx="228620" cy="228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円/楕円 11"/>
          <p:cNvSpPr/>
          <p:nvPr userDrawn="1"/>
        </p:nvSpPr>
        <p:spPr>
          <a:xfrm>
            <a:off x="3052319" y="3164190"/>
            <a:ext cx="228620" cy="228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3" name="円/楕円 12"/>
          <p:cNvSpPr/>
          <p:nvPr userDrawn="1"/>
        </p:nvSpPr>
        <p:spPr>
          <a:xfrm>
            <a:off x="4285415" y="2376064"/>
            <a:ext cx="228620" cy="228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4" name="円/楕円 13"/>
          <p:cNvSpPr/>
          <p:nvPr userDrawn="1"/>
        </p:nvSpPr>
        <p:spPr>
          <a:xfrm>
            <a:off x="5518510" y="2901481"/>
            <a:ext cx="228620" cy="2286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5" name="円/楕円 14"/>
          <p:cNvSpPr/>
          <p:nvPr userDrawn="1"/>
        </p:nvSpPr>
        <p:spPr>
          <a:xfrm>
            <a:off x="6751606" y="2113356"/>
            <a:ext cx="228620" cy="2286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4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910900" y="2128577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5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906571" y="1473985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6" name="正方形/長方形 55"/>
          <p:cNvSpPr/>
          <p:nvPr userDrawn="1"/>
        </p:nvSpPr>
        <p:spPr>
          <a:xfrm>
            <a:off x="1110549" y="2113356"/>
            <a:ext cx="1620321" cy="360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0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2166786" y="3538991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1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2162457" y="3916813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2" name="正方形/長方形 61"/>
          <p:cNvSpPr/>
          <p:nvPr userDrawn="1"/>
        </p:nvSpPr>
        <p:spPr>
          <a:xfrm>
            <a:off x="2366435" y="3868109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3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3382987" y="1900157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4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3378658" y="1245565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5" name="正方形/長方形 64"/>
          <p:cNvSpPr/>
          <p:nvPr userDrawn="1"/>
        </p:nvSpPr>
        <p:spPr>
          <a:xfrm>
            <a:off x="3582636" y="1884936"/>
            <a:ext cx="1620321" cy="3600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6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6049" y="3269355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5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7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4621720" y="3647177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8" name="正方形/長方形 67"/>
          <p:cNvSpPr/>
          <p:nvPr userDrawn="1"/>
        </p:nvSpPr>
        <p:spPr>
          <a:xfrm>
            <a:off x="4825698" y="3598473"/>
            <a:ext cx="1620321" cy="3600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9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5849178" y="1629813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6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0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5844849" y="975221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1" name="正方形/長方形 70"/>
          <p:cNvSpPr/>
          <p:nvPr userDrawn="1"/>
        </p:nvSpPr>
        <p:spPr>
          <a:xfrm>
            <a:off x="6048827" y="1614592"/>
            <a:ext cx="1620321" cy="3600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8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AB4C4C-6B84-4A4F-B2CE-EB9DE1815EFF}"/>
              </a:ext>
            </a:extLst>
          </p:cNvPr>
          <p:cNvCxnSpPr>
            <a:cxnSpLocks/>
            <a:stCxn id="18" idx="2"/>
            <a:endCxn id="17" idx="5"/>
          </p:cNvCxnSpPr>
          <p:nvPr userDrawn="1"/>
        </p:nvCxnSpPr>
        <p:spPr>
          <a:xfrm flipH="1" flipV="1">
            <a:off x="2059277" y="2878805"/>
            <a:ext cx="929524" cy="39968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BD86A00-3520-4F85-9A8C-328D527203CC}"/>
              </a:ext>
            </a:extLst>
          </p:cNvPr>
          <p:cNvCxnSpPr>
            <a:cxnSpLocks/>
            <a:stCxn id="18" idx="6"/>
            <a:endCxn id="19" idx="3"/>
          </p:cNvCxnSpPr>
          <p:nvPr userDrawn="1"/>
        </p:nvCxnSpPr>
        <p:spPr>
          <a:xfrm flipV="1">
            <a:off x="3344457" y="2616097"/>
            <a:ext cx="929525" cy="662393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CAD338-6333-4F78-A360-278A9EB9DAB8}"/>
              </a:ext>
            </a:extLst>
          </p:cNvPr>
          <p:cNvCxnSpPr>
            <a:cxnSpLocks/>
            <a:stCxn id="20" idx="1"/>
            <a:endCxn id="19" idx="6"/>
          </p:cNvCxnSpPr>
          <p:nvPr userDrawn="1"/>
        </p:nvCxnSpPr>
        <p:spPr>
          <a:xfrm flipH="1" flipV="1">
            <a:off x="4577553" y="2490365"/>
            <a:ext cx="929524" cy="39968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EEDCBD8-0FAC-4953-AFBC-83C7AAB534CF}"/>
              </a:ext>
            </a:extLst>
          </p:cNvPr>
          <p:cNvCxnSpPr>
            <a:cxnSpLocks/>
            <a:stCxn id="20" idx="6"/>
            <a:endCxn id="21" idx="3"/>
          </p:cNvCxnSpPr>
          <p:nvPr userDrawn="1"/>
        </p:nvCxnSpPr>
        <p:spPr>
          <a:xfrm flipV="1">
            <a:off x="5810648" y="2353388"/>
            <a:ext cx="929525" cy="66239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991266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"/>
                            </p:stCondLst>
                            <p:childTnLst>
                              <p:par>
                                <p:cTn id="29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000"/>
                            </p:stCondLst>
                            <p:childTnLst>
                              <p:par>
                                <p:cTn id="45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1" dur="1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50"/>
                            </p:stCondLst>
                            <p:childTnLst>
                              <p:par>
                                <p:cTn id="61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7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0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0"/>
                            </p:stCondLst>
                            <p:childTnLst>
                              <p:par>
                                <p:cTn id="77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3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25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750"/>
                            </p:stCondLst>
                            <p:childTnLst>
                              <p:par>
                                <p:cTn id="93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9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1500"/>
                            </p:stCondLst>
                            <p:childTnLst>
                              <p:par>
                                <p:cTn id="10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 animBg="1"/>
      <p:bldP spid="12" grpId="0" animBg="1"/>
      <p:bldP spid="13" grpId="0" animBg="1"/>
      <p:bldP spid="14" grpId="0" animBg="1"/>
      <p:bldP spid="15" grpId="0" animBg="1"/>
      <p:bldP spid="54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5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6" grpId="0" animBg="1"/>
      <p:bldP spid="60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1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2" grpId="0" animBg="1"/>
      <p:bldP spid="63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5" grpId="0" animBg="1"/>
      <p:bldP spid="66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8" grpId="0" animBg="1"/>
      <p:bldP spid="69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1" grpId="0" animBg="1"/>
      <p:bldP spid="38" grpId="0"/>
    </p:bldLst>
  </p:timing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46974" y="45208"/>
            <a:ext cx="6928532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546974" y="515787"/>
            <a:ext cx="4887622" cy="252028"/>
          </a:xfrm>
        </p:spPr>
        <p:txBody>
          <a:bodyPr/>
          <a:lstStyle>
            <a:lvl1pPr marL="0" indent="0">
              <a:buNone/>
              <a:defRPr i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610492" y="757333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8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BD86A00-3520-4F85-9A8C-328D527203CC}"/>
              </a:ext>
            </a:extLst>
          </p:cNvPr>
          <p:cNvCxnSpPr>
            <a:cxnSpLocks/>
            <a:stCxn id="48" idx="6"/>
            <a:endCxn id="49" idx="2"/>
          </p:cNvCxnSpPr>
          <p:nvPr userDrawn="1"/>
        </p:nvCxnSpPr>
        <p:spPr>
          <a:xfrm>
            <a:off x="2039689" y="2382845"/>
            <a:ext cx="2120687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円/楕円 15">
            <a:extLst>
              <a:ext uri="{FF2B5EF4-FFF2-40B4-BE49-F238E27FC236}">
                <a16:creationId xmlns:a16="http://schemas.microsoft.com/office/drawing/2014/main" id="{926D42CA-6CBD-432F-B846-487490F68142}"/>
              </a:ext>
            </a:extLst>
          </p:cNvPr>
          <p:cNvSpPr/>
          <p:nvPr userDrawn="1"/>
        </p:nvSpPr>
        <p:spPr>
          <a:xfrm>
            <a:off x="1684033" y="2205032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49" name="円/楕円 17">
            <a:extLst>
              <a:ext uri="{FF2B5EF4-FFF2-40B4-BE49-F238E27FC236}">
                <a16:creationId xmlns:a16="http://schemas.microsoft.com/office/drawing/2014/main" id="{9CC39CC4-DB3E-4B67-BF78-396012298B75}"/>
              </a:ext>
            </a:extLst>
          </p:cNvPr>
          <p:cNvSpPr/>
          <p:nvPr userDrawn="1"/>
        </p:nvSpPr>
        <p:spPr>
          <a:xfrm>
            <a:off x="4160376" y="2205032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0" name="円/楕円 4">
            <a:extLst>
              <a:ext uri="{FF2B5EF4-FFF2-40B4-BE49-F238E27FC236}">
                <a16:creationId xmlns:a16="http://schemas.microsoft.com/office/drawing/2014/main" id="{77DE742A-FF75-4B63-814F-383CE65D8DF1}"/>
              </a:ext>
            </a:extLst>
          </p:cNvPr>
          <p:cNvSpPr/>
          <p:nvPr userDrawn="1"/>
        </p:nvSpPr>
        <p:spPr>
          <a:xfrm>
            <a:off x="1747551" y="2301790"/>
            <a:ext cx="228620" cy="228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2" name="円/楕円 11">
            <a:extLst>
              <a:ext uri="{FF2B5EF4-FFF2-40B4-BE49-F238E27FC236}">
                <a16:creationId xmlns:a16="http://schemas.microsoft.com/office/drawing/2014/main" id="{889CC09E-E621-4ED8-80C1-6C512ED67E3D}"/>
              </a:ext>
            </a:extLst>
          </p:cNvPr>
          <p:cNvSpPr/>
          <p:nvPr userDrawn="1"/>
        </p:nvSpPr>
        <p:spPr>
          <a:xfrm>
            <a:off x="4223894" y="2235299"/>
            <a:ext cx="228620" cy="228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7" name="テキスト プレースホルダー 6">
            <a:extLst>
              <a:ext uri="{FF2B5EF4-FFF2-40B4-BE49-F238E27FC236}">
                <a16:creationId xmlns:a16="http://schemas.microsoft.com/office/drawing/2014/main" id="{3B737C54-CF42-4F45-B9CA-45B833ED637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0439" y="2610100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8" name="正方形/長方形 49">
            <a:extLst>
              <a:ext uri="{FF2B5EF4-FFF2-40B4-BE49-F238E27FC236}">
                <a16:creationId xmlns:a16="http://schemas.microsoft.com/office/drawing/2014/main" id="{4A0EE9B6-D78E-4B98-9F0B-F64E78948648}"/>
              </a:ext>
            </a:extLst>
          </p:cNvPr>
          <p:cNvSpPr/>
          <p:nvPr userDrawn="1"/>
        </p:nvSpPr>
        <p:spPr>
          <a:xfrm>
            <a:off x="1070088" y="2939218"/>
            <a:ext cx="1620321" cy="360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9" name="テキスト プレースホルダー 6">
            <a:extLst>
              <a:ext uri="{FF2B5EF4-FFF2-40B4-BE49-F238E27FC236}">
                <a16:creationId xmlns:a16="http://schemas.microsoft.com/office/drawing/2014/main" id="{E25C0F8F-FA14-47FF-AE35-E6DB87F4F7C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38361" y="2610100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2" name="テキスト プレースホルダー 6">
            <a:extLst>
              <a:ext uri="{FF2B5EF4-FFF2-40B4-BE49-F238E27FC236}">
                <a16:creationId xmlns:a16="http://schemas.microsoft.com/office/drawing/2014/main" id="{3E00CA89-B45A-4BEB-8A21-F5D1A70C483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34032" y="2987922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3" name="正方形/長方形 61">
            <a:extLst>
              <a:ext uri="{FF2B5EF4-FFF2-40B4-BE49-F238E27FC236}">
                <a16:creationId xmlns:a16="http://schemas.microsoft.com/office/drawing/2014/main" id="{89D92360-3D1B-4233-B046-FAF6B4330FB4}"/>
              </a:ext>
            </a:extLst>
          </p:cNvPr>
          <p:cNvSpPr/>
          <p:nvPr userDrawn="1"/>
        </p:nvSpPr>
        <p:spPr>
          <a:xfrm>
            <a:off x="3538010" y="2939218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74" name="テキスト プレースホルダー 6">
            <a:extLst>
              <a:ext uri="{FF2B5EF4-FFF2-40B4-BE49-F238E27FC236}">
                <a16:creationId xmlns:a16="http://schemas.microsoft.com/office/drawing/2014/main" id="{4C4D3C3E-6679-4651-9E07-EFB488A469D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816157" y="2606169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5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5" name="テキスト プレースホルダー 6">
            <a:extLst>
              <a:ext uri="{FF2B5EF4-FFF2-40B4-BE49-F238E27FC236}">
                <a16:creationId xmlns:a16="http://schemas.microsoft.com/office/drawing/2014/main" id="{A669A821-F417-46A4-AC47-BF2032DC11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11828" y="2983991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6" name="正方形/長方形 67">
            <a:extLst>
              <a:ext uri="{FF2B5EF4-FFF2-40B4-BE49-F238E27FC236}">
                <a16:creationId xmlns:a16="http://schemas.microsoft.com/office/drawing/2014/main" id="{5B1F9AC9-1495-4E79-BCDE-AF5C1BE4F0D8}"/>
              </a:ext>
            </a:extLst>
          </p:cNvPr>
          <p:cNvSpPr/>
          <p:nvPr userDrawn="1"/>
        </p:nvSpPr>
        <p:spPr>
          <a:xfrm>
            <a:off x="6015806" y="2935287"/>
            <a:ext cx="1620321" cy="3600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77" name="テキスト プレースホルダー 6">
            <a:extLst>
              <a:ext uri="{FF2B5EF4-FFF2-40B4-BE49-F238E27FC236}">
                <a16:creationId xmlns:a16="http://schemas.microsoft.com/office/drawing/2014/main" id="{6703A5AF-97A8-4CEA-98C6-6DB415930E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66110" y="2987922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8" name="円/楕円 19">
            <a:extLst>
              <a:ext uri="{FF2B5EF4-FFF2-40B4-BE49-F238E27FC236}">
                <a16:creationId xmlns:a16="http://schemas.microsoft.com/office/drawing/2014/main" id="{5EDA10AF-4FE5-4FA4-B311-0118DF9C7526}"/>
              </a:ext>
            </a:extLst>
          </p:cNvPr>
          <p:cNvSpPr/>
          <p:nvPr userDrawn="1"/>
        </p:nvSpPr>
        <p:spPr>
          <a:xfrm>
            <a:off x="6636719" y="2204187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79" name="円/楕円 13">
            <a:extLst>
              <a:ext uri="{FF2B5EF4-FFF2-40B4-BE49-F238E27FC236}">
                <a16:creationId xmlns:a16="http://schemas.microsoft.com/office/drawing/2014/main" id="{7D42EB63-C8B6-412A-A41A-FF22AE89E48A}"/>
              </a:ext>
            </a:extLst>
          </p:cNvPr>
          <p:cNvSpPr/>
          <p:nvPr userDrawn="1"/>
        </p:nvSpPr>
        <p:spPr>
          <a:xfrm>
            <a:off x="6700237" y="2267699"/>
            <a:ext cx="228620" cy="2286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12C9093-D28E-4FD2-A2DC-C2D03572506E}"/>
              </a:ext>
            </a:extLst>
          </p:cNvPr>
          <p:cNvCxnSpPr>
            <a:cxnSpLocks/>
            <a:stCxn id="49" idx="6"/>
            <a:endCxn id="78" idx="2"/>
          </p:cNvCxnSpPr>
          <p:nvPr userDrawn="1"/>
        </p:nvCxnSpPr>
        <p:spPr>
          <a:xfrm flipV="1">
            <a:off x="4516032" y="2382000"/>
            <a:ext cx="2120687" cy="84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926859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2" presetClass="entr" presetSubtype="1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1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750"/>
                            </p:stCondLst>
                            <p:childTnLst>
                              <p:par>
                                <p:cTn id="37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1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85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3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5" dur="1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38" grpId="0"/>
      <p:bldP spid="48" grpId="0" animBg="1"/>
      <p:bldP spid="49" grpId="0" animBg="1"/>
      <p:bldP spid="50" grpId="0" animBg="1"/>
      <p:bldP spid="52" grpId="0" animBg="1"/>
      <p:bldP spid="57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7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7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8" grpId="0" animBg="1"/>
      <p:bldP spid="59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2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3" grpId="0" animBg="1"/>
      <p:bldP spid="74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7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7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6" grpId="0" animBg="1"/>
      <p:bldP spid="7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8" grpId="0" animBg="1"/>
      <p:bldP spid="79" grpId="0" animBg="1"/>
    </p:bldLst>
  </p:timing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フリーフォーム 75"/>
          <p:cNvSpPr/>
          <p:nvPr userDrawn="1"/>
        </p:nvSpPr>
        <p:spPr>
          <a:xfrm>
            <a:off x="0" y="2182091"/>
            <a:ext cx="9144794" cy="1302327"/>
          </a:xfrm>
          <a:custGeom>
            <a:avLst/>
            <a:gdLst>
              <a:gd name="connsiteX0" fmla="*/ 0 w 18288000"/>
              <a:gd name="connsiteY0" fmla="*/ 1343891 h 2604654"/>
              <a:gd name="connsiteX1" fmla="*/ 2854036 w 18288000"/>
              <a:gd name="connsiteY1" fmla="*/ 2604654 h 2604654"/>
              <a:gd name="connsiteX2" fmla="*/ 5320145 w 18288000"/>
              <a:gd name="connsiteY2" fmla="*/ 1052945 h 2604654"/>
              <a:gd name="connsiteX3" fmla="*/ 7772400 w 18288000"/>
              <a:gd name="connsiteY3" fmla="*/ 2119745 h 2604654"/>
              <a:gd name="connsiteX4" fmla="*/ 10224655 w 18288000"/>
              <a:gd name="connsiteY4" fmla="*/ 512618 h 2604654"/>
              <a:gd name="connsiteX5" fmla="*/ 12718473 w 18288000"/>
              <a:gd name="connsiteY5" fmla="*/ 1579418 h 2604654"/>
              <a:gd name="connsiteX6" fmla="*/ 15184582 w 18288000"/>
              <a:gd name="connsiteY6" fmla="*/ 0 h 2604654"/>
              <a:gd name="connsiteX7" fmla="*/ 18288000 w 18288000"/>
              <a:gd name="connsiteY7" fmla="*/ 969818 h 2604654"/>
              <a:gd name="connsiteX8" fmla="*/ 18288000 w 18288000"/>
              <a:gd name="connsiteY8" fmla="*/ 969818 h 2604654"/>
              <a:gd name="connsiteX9" fmla="*/ 18288000 w 18288000"/>
              <a:gd name="connsiteY9" fmla="*/ 969818 h 2604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288000" h="2604654">
                <a:moveTo>
                  <a:pt x="0" y="1343891"/>
                </a:moveTo>
                <a:lnTo>
                  <a:pt x="2854036" y="2604654"/>
                </a:lnTo>
                <a:lnTo>
                  <a:pt x="5320145" y="1052945"/>
                </a:lnTo>
                <a:lnTo>
                  <a:pt x="7772400" y="2119745"/>
                </a:lnTo>
                <a:lnTo>
                  <a:pt x="10224655" y="512618"/>
                </a:lnTo>
                <a:lnTo>
                  <a:pt x="12718473" y="1579418"/>
                </a:lnTo>
                <a:lnTo>
                  <a:pt x="15184582" y="0"/>
                </a:lnTo>
                <a:lnTo>
                  <a:pt x="18288000" y="969818"/>
                </a:lnTo>
                <a:lnTo>
                  <a:pt x="18288000" y="969818"/>
                </a:lnTo>
                <a:lnTo>
                  <a:pt x="18288000" y="969818"/>
                </a:lnTo>
              </a:path>
            </a:pathLst>
          </a:custGeom>
          <a:noFill/>
          <a:ln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6" name="円/楕円 15"/>
          <p:cNvSpPr/>
          <p:nvPr userDrawn="1"/>
        </p:nvSpPr>
        <p:spPr>
          <a:xfrm>
            <a:off x="1246510" y="3318287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7" name="円/楕円 16"/>
          <p:cNvSpPr/>
          <p:nvPr userDrawn="1"/>
        </p:nvSpPr>
        <p:spPr>
          <a:xfrm>
            <a:off x="2479606" y="2530161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8" name="円/楕円 17"/>
          <p:cNvSpPr/>
          <p:nvPr userDrawn="1"/>
        </p:nvSpPr>
        <p:spPr>
          <a:xfrm>
            <a:off x="3712701" y="3055578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9" name="円/楕円 18"/>
          <p:cNvSpPr/>
          <p:nvPr userDrawn="1"/>
        </p:nvSpPr>
        <p:spPr>
          <a:xfrm>
            <a:off x="4945797" y="2267453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0" name="円/楕円 19"/>
          <p:cNvSpPr/>
          <p:nvPr userDrawn="1"/>
        </p:nvSpPr>
        <p:spPr>
          <a:xfrm>
            <a:off x="6178892" y="2792870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1" name="円/楕円 20"/>
          <p:cNvSpPr/>
          <p:nvPr userDrawn="1"/>
        </p:nvSpPr>
        <p:spPr>
          <a:xfrm>
            <a:off x="7411988" y="2004744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573264" y="463356"/>
            <a:ext cx="4887622" cy="252028"/>
          </a:xfrm>
        </p:spPr>
        <p:txBody>
          <a:bodyPr/>
          <a:lstStyle>
            <a:lvl1pPr marL="0" indent="0">
              <a:buNone/>
              <a:defRPr i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728487" y="712999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" name="円/楕円 4"/>
          <p:cNvSpPr/>
          <p:nvPr userDrawn="1"/>
        </p:nvSpPr>
        <p:spPr>
          <a:xfrm>
            <a:off x="1310028" y="3381799"/>
            <a:ext cx="228620" cy="228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1" name="円/楕円 10"/>
          <p:cNvSpPr/>
          <p:nvPr userDrawn="1"/>
        </p:nvSpPr>
        <p:spPr>
          <a:xfrm>
            <a:off x="2543124" y="2593674"/>
            <a:ext cx="228620" cy="228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円/楕円 11"/>
          <p:cNvSpPr/>
          <p:nvPr userDrawn="1"/>
        </p:nvSpPr>
        <p:spPr>
          <a:xfrm>
            <a:off x="3776219" y="3119091"/>
            <a:ext cx="228620" cy="228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3" name="円/楕円 12"/>
          <p:cNvSpPr/>
          <p:nvPr userDrawn="1"/>
        </p:nvSpPr>
        <p:spPr>
          <a:xfrm>
            <a:off x="5009315" y="2330965"/>
            <a:ext cx="228620" cy="228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4" name="円/楕円 13"/>
          <p:cNvSpPr/>
          <p:nvPr userDrawn="1"/>
        </p:nvSpPr>
        <p:spPr>
          <a:xfrm>
            <a:off x="6242410" y="2856382"/>
            <a:ext cx="228620" cy="2286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5" name="円/楕円 14"/>
          <p:cNvSpPr/>
          <p:nvPr userDrawn="1"/>
        </p:nvSpPr>
        <p:spPr>
          <a:xfrm>
            <a:off x="7475506" y="2068257"/>
            <a:ext cx="228620" cy="2286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48" name="テキスト プレースホルダー 6"/>
          <p:cNvSpPr>
            <a:spLocks noGrp="1"/>
          </p:cNvSpPr>
          <p:nvPr>
            <p:ph type="body" sz="quarter" idx="21" hasCustomPrompt="1"/>
          </p:nvPr>
        </p:nvSpPr>
        <p:spPr>
          <a:xfrm>
            <a:off x="414529" y="3749591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49" name="テキスト プレースホルダー 6"/>
          <p:cNvSpPr>
            <a:spLocks noGrp="1"/>
          </p:cNvSpPr>
          <p:nvPr>
            <p:ph type="body" sz="quarter" idx="24" hasCustomPrompt="1"/>
          </p:nvPr>
        </p:nvSpPr>
        <p:spPr>
          <a:xfrm>
            <a:off x="410200" y="4127413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0" name="正方形/長方形 49"/>
          <p:cNvSpPr/>
          <p:nvPr userDrawn="1"/>
        </p:nvSpPr>
        <p:spPr>
          <a:xfrm>
            <a:off x="614178" y="4078709"/>
            <a:ext cx="1620321" cy="360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4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1634800" y="2083478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5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1630471" y="1428886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6" name="正方形/長方形 55"/>
          <p:cNvSpPr/>
          <p:nvPr userDrawn="1"/>
        </p:nvSpPr>
        <p:spPr>
          <a:xfrm>
            <a:off x="1834449" y="2068257"/>
            <a:ext cx="1620321" cy="360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0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2890686" y="3493892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1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2886357" y="3871714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2" name="正方形/長方形 61"/>
          <p:cNvSpPr/>
          <p:nvPr userDrawn="1"/>
        </p:nvSpPr>
        <p:spPr>
          <a:xfrm>
            <a:off x="3090335" y="3823010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3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4106887" y="1855058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4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4102558" y="1200466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5" name="正方形/長方形 64"/>
          <p:cNvSpPr/>
          <p:nvPr userDrawn="1"/>
        </p:nvSpPr>
        <p:spPr>
          <a:xfrm>
            <a:off x="4306536" y="1839837"/>
            <a:ext cx="1620321" cy="3600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6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5349949" y="3224256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5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7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5345620" y="3602078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8" name="正方形/長方形 67"/>
          <p:cNvSpPr/>
          <p:nvPr userDrawn="1"/>
        </p:nvSpPr>
        <p:spPr>
          <a:xfrm>
            <a:off x="5549598" y="3553374"/>
            <a:ext cx="1620321" cy="3600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9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6573078" y="1584714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6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0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6568749" y="930122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1" name="正方形/長方形 70"/>
          <p:cNvSpPr/>
          <p:nvPr userDrawn="1"/>
        </p:nvSpPr>
        <p:spPr>
          <a:xfrm>
            <a:off x="6772727" y="1569493"/>
            <a:ext cx="1620321" cy="3600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8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6726290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1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750"/>
                            </p:stCondLst>
                            <p:childTnLst>
                              <p:par>
                                <p:cTn id="4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750"/>
                            </p:stCondLst>
                            <p:childTnLst>
                              <p:par>
                                <p:cTn id="57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3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000"/>
                            </p:stCondLst>
                            <p:childTnLst>
                              <p:par>
                                <p:cTn id="73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9" dur="1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75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8250"/>
                            </p:stCondLst>
                            <p:childTnLst>
                              <p:par>
                                <p:cTn id="89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5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0"/>
                            </p:stCondLst>
                            <p:childTnLst>
                              <p:par>
                                <p:cTn id="10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500"/>
                            </p:stCondLst>
                            <p:childTnLst>
                              <p:par>
                                <p:cTn id="105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1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250"/>
                            </p:stCondLst>
                            <p:childTnLst>
                              <p:par>
                                <p:cTn id="1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750"/>
                            </p:stCondLst>
                            <p:childTnLst>
                              <p:par>
                                <p:cTn id="121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7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4500"/>
                            </p:stCondLst>
                            <p:childTnLst>
                              <p:par>
                                <p:cTn id="1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5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8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9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4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0" grpId="0" animBg="1"/>
      <p:bldP spid="54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5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6" grpId="0" animBg="1"/>
      <p:bldP spid="60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1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2" grpId="0" animBg="1"/>
      <p:bldP spid="63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5" grpId="0" animBg="1"/>
      <p:bldP spid="66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8" grpId="0" animBg="1"/>
      <p:bldP spid="69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1" grpId="0" animBg="1"/>
      <p:bldP spid="38" grpId="0"/>
    </p:bldLst>
  </p:timing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1583408" y="771550"/>
            <a:ext cx="7165418" cy="252028"/>
          </a:xfrm>
        </p:spPr>
        <p:txBody>
          <a:bodyPr vert="horz" lIns="163275" tIns="81638" rIns="163275" bIns="81638" rtlCol="0">
            <a:normAutofit/>
          </a:bodyPr>
          <a:lstStyle>
            <a:lvl1pPr>
              <a:defRPr lang="ja-JP" altLang="en-US" i="1" dirty="0">
                <a:solidFill>
                  <a:schemeClr val="tx1">
                    <a:lumMod val="50000"/>
                    <a:lumOff val="50000"/>
                  </a:schemeClr>
                </a:solidFill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619415" y="699542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0" name="円/楕円 9"/>
          <p:cNvSpPr/>
          <p:nvPr userDrawn="1"/>
        </p:nvSpPr>
        <p:spPr>
          <a:xfrm>
            <a:off x="691128" y="1371430"/>
            <a:ext cx="1576536" cy="15764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図プレースホルダー 5"/>
          <p:cNvSpPr>
            <a:spLocks noGrp="1"/>
          </p:cNvSpPr>
          <p:nvPr>
            <p:ph type="pic" sz="quarter" idx="14" hasCustomPrompt="1"/>
          </p:nvPr>
        </p:nvSpPr>
        <p:spPr>
          <a:xfrm>
            <a:off x="677059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1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3" name="円/楕円 12"/>
          <p:cNvSpPr/>
          <p:nvPr userDrawn="1"/>
        </p:nvSpPr>
        <p:spPr>
          <a:xfrm>
            <a:off x="2769810" y="1371430"/>
            <a:ext cx="1576536" cy="15764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4" name="円/楕円 13"/>
          <p:cNvSpPr/>
          <p:nvPr userDrawn="1"/>
        </p:nvSpPr>
        <p:spPr>
          <a:xfrm>
            <a:off x="2687860" y="1309357"/>
            <a:ext cx="1576536" cy="15764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5" name="図プレースホルダー 5"/>
          <p:cNvSpPr>
            <a:spLocks noGrp="1"/>
          </p:cNvSpPr>
          <p:nvPr>
            <p:ph type="pic" sz="quarter" idx="15" hasCustomPrompt="1"/>
          </p:nvPr>
        </p:nvSpPr>
        <p:spPr>
          <a:xfrm>
            <a:off x="2755741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3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6" name="円/楕円 15"/>
          <p:cNvSpPr/>
          <p:nvPr userDrawn="1"/>
        </p:nvSpPr>
        <p:spPr>
          <a:xfrm>
            <a:off x="4848492" y="1371430"/>
            <a:ext cx="1576536" cy="15764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7" name="円/楕円 16"/>
          <p:cNvSpPr/>
          <p:nvPr userDrawn="1"/>
        </p:nvSpPr>
        <p:spPr>
          <a:xfrm>
            <a:off x="4766542" y="1309357"/>
            <a:ext cx="1576536" cy="15764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8" name="図プレースホルダー 5"/>
          <p:cNvSpPr>
            <a:spLocks noGrp="1"/>
          </p:cNvSpPr>
          <p:nvPr>
            <p:ph type="pic" sz="quarter" idx="16" hasCustomPrompt="1"/>
          </p:nvPr>
        </p:nvSpPr>
        <p:spPr>
          <a:xfrm>
            <a:off x="4834422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2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9" name="円/楕円 18"/>
          <p:cNvSpPr/>
          <p:nvPr userDrawn="1"/>
        </p:nvSpPr>
        <p:spPr>
          <a:xfrm>
            <a:off x="6927174" y="1371430"/>
            <a:ext cx="1576536" cy="15764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0" name="円/楕円 19"/>
          <p:cNvSpPr/>
          <p:nvPr userDrawn="1"/>
        </p:nvSpPr>
        <p:spPr>
          <a:xfrm>
            <a:off x="6845224" y="1309357"/>
            <a:ext cx="1576536" cy="15764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1" name="図プレースホルダー 5"/>
          <p:cNvSpPr>
            <a:spLocks noGrp="1"/>
          </p:cNvSpPr>
          <p:nvPr>
            <p:ph type="pic" sz="quarter" idx="17" hasCustomPrompt="1"/>
          </p:nvPr>
        </p:nvSpPr>
        <p:spPr>
          <a:xfrm>
            <a:off x="6913105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4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22" name="テキスト プレースホルダー 6"/>
          <p:cNvSpPr>
            <a:spLocks noGrp="1"/>
          </p:cNvSpPr>
          <p:nvPr>
            <p:ph type="body" sz="quarter" idx="21" hasCustomPrompt="1"/>
          </p:nvPr>
        </p:nvSpPr>
        <p:spPr>
          <a:xfrm>
            <a:off x="441440" y="2994068"/>
            <a:ext cx="1988988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3" name="テキスト プレースホルダー 6"/>
          <p:cNvSpPr>
            <a:spLocks noGrp="1"/>
          </p:cNvSpPr>
          <p:nvPr>
            <p:ph type="body" sz="quarter" idx="24" hasCustomPrompt="1"/>
          </p:nvPr>
        </p:nvSpPr>
        <p:spPr>
          <a:xfrm>
            <a:off x="517688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4" name="正方形/長方形 23"/>
          <p:cNvSpPr/>
          <p:nvPr userDrawn="1"/>
        </p:nvSpPr>
        <p:spPr>
          <a:xfrm>
            <a:off x="636527" y="3558929"/>
            <a:ext cx="1620321" cy="360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5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2510377" y="2992897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6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2600360" y="3608423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7" name="正方形/長方形 26"/>
          <p:cNvSpPr/>
          <p:nvPr userDrawn="1"/>
        </p:nvSpPr>
        <p:spPr>
          <a:xfrm>
            <a:off x="2719199" y="3557756"/>
            <a:ext cx="1620321" cy="360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8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4595649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9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4683032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0" name="正方形/長方形 29"/>
          <p:cNvSpPr/>
          <p:nvPr userDrawn="1"/>
        </p:nvSpPr>
        <p:spPr>
          <a:xfrm>
            <a:off x="4801872" y="3558929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1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6680922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2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6765705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3" name="正方形/長方形 32"/>
          <p:cNvSpPr/>
          <p:nvPr userDrawn="1"/>
        </p:nvSpPr>
        <p:spPr>
          <a:xfrm>
            <a:off x="6884544" y="3558929"/>
            <a:ext cx="1620321" cy="3600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4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516513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1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5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2599186" y="3241481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3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6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4681858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7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6764531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8" name="スライド番号プレースホルダー 3"/>
          <p:cNvSpPr>
            <a:spLocks noGrp="1"/>
          </p:cNvSpPr>
          <p:nvPr>
            <p:ph type="sldNum" sz="quarter" idx="11"/>
          </p:nvPr>
        </p:nvSpPr>
        <p:spPr>
          <a:xfrm>
            <a:off x="8576329" y="4716394"/>
            <a:ext cx="540107" cy="273844"/>
          </a:xfrm>
          <a:prstGeom prst="rect">
            <a:avLst/>
          </a:prstGeom>
        </p:spPr>
        <p:txBody>
          <a:bodyPr/>
          <a:lstStyle/>
          <a:p>
            <a:fld id="{E6459DFB-86F3-43FA-8567-2EA6E426AE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9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534034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50"/>
                            </p:stCondLst>
                            <p:childTnLst>
                              <p:par>
                                <p:cTn id="2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9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450"/>
                            </p:stCondLst>
                            <p:childTnLst>
                              <p:par>
                                <p:cTn id="3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0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1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000"/>
                            </p:stCondLst>
                            <p:childTnLst>
                              <p:par>
                                <p:cTn id="6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5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0"/>
                            </p:stCondLst>
                            <p:childTnLst>
                              <p:par>
                                <p:cTn id="7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60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1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6550"/>
                            </p:stCondLst>
                            <p:childTnLst>
                              <p:par>
                                <p:cTn id="10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7050"/>
                            </p:stCondLst>
                            <p:childTnLst>
                              <p:par>
                                <p:cTn id="1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7550"/>
                            </p:stCondLst>
                            <p:childTnLst>
                              <p:par>
                                <p:cTn id="11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8150"/>
                            </p:stCondLst>
                            <p:childTnLst>
                              <p:par>
                                <p:cTn id="1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1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9100"/>
                            </p:stCondLst>
                            <p:childTnLst>
                              <p:par>
                                <p:cTn id="14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9600"/>
                            </p:stCondLst>
                            <p:childTnLst>
                              <p:par>
                                <p:cTn id="1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10100"/>
                            </p:stCondLst>
                            <p:childTnLst>
                              <p:par>
                                <p:cTn id="15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4" grpId="0" animBg="1"/>
      <p:bldP spid="25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6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7" grpId="0" animBg="1"/>
      <p:bldP spid="28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0" grpId="0" animBg="1"/>
      <p:bldP spid="31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2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3" grpId="0" animBg="1"/>
      <p:bldP spid="3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9" grpId="0"/>
    </p:bldLst>
  </p:timing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1583408" y="771550"/>
            <a:ext cx="7165418" cy="252028"/>
          </a:xfrm>
        </p:spPr>
        <p:txBody>
          <a:bodyPr vert="horz" lIns="163275" tIns="81638" rIns="163275" bIns="81638" rtlCol="0">
            <a:normAutofit/>
          </a:bodyPr>
          <a:lstStyle>
            <a:lvl1pPr>
              <a:defRPr lang="ja-JP" altLang="en-US" i="1" dirty="0">
                <a:solidFill>
                  <a:schemeClr val="tx1">
                    <a:lumMod val="50000"/>
                    <a:lumOff val="50000"/>
                  </a:schemeClr>
                </a:solidFill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619415" y="699542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図プレースホルダー 5"/>
          <p:cNvSpPr>
            <a:spLocks noGrp="1"/>
          </p:cNvSpPr>
          <p:nvPr>
            <p:ph type="pic" sz="quarter" idx="14" hasCustomPrompt="1"/>
          </p:nvPr>
        </p:nvSpPr>
        <p:spPr>
          <a:xfrm>
            <a:off x="670099" y="1331787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1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5" name="図プレースホルダー 5"/>
          <p:cNvSpPr>
            <a:spLocks noGrp="1"/>
          </p:cNvSpPr>
          <p:nvPr>
            <p:ph type="pic" sz="quarter" idx="15" hasCustomPrompt="1"/>
          </p:nvPr>
        </p:nvSpPr>
        <p:spPr>
          <a:xfrm>
            <a:off x="2755741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3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8" name="図プレースホルダー 5"/>
          <p:cNvSpPr>
            <a:spLocks noGrp="1"/>
          </p:cNvSpPr>
          <p:nvPr>
            <p:ph type="pic" sz="quarter" idx="16" hasCustomPrompt="1"/>
          </p:nvPr>
        </p:nvSpPr>
        <p:spPr>
          <a:xfrm>
            <a:off x="4834422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2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21" name="図プレースホルダー 5"/>
          <p:cNvSpPr>
            <a:spLocks noGrp="1"/>
          </p:cNvSpPr>
          <p:nvPr>
            <p:ph type="pic" sz="quarter" idx="17" hasCustomPrompt="1"/>
          </p:nvPr>
        </p:nvSpPr>
        <p:spPr>
          <a:xfrm>
            <a:off x="6918402" y="133178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4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22" name="テキスト プレースホルダー 6"/>
          <p:cNvSpPr>
            <a:spLocks noGrp="1"/>
          </p:cNvSpPr>
          <p:nvPr>
            <p:ph type="body" sz="quarter" idx="21" hasCustomPrompt="1"/>
          </p:nvPr>
        </p:nvSpPr>
        <p:spPr>
          <a:xfrm>
            <a:off x="441440" y="2994068"/>
            <a:ext cx="1988988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3" name="テキスト プレースホルダー 6"/>
          <p:cNvSpPr>
            <a:spLocks noGrp="1"/>
          </p:cNvSpPr>
          <p:nvPr>
            <p:ph type="body" sz="quarter" idx="24" hasCustomPrompt="1"/>
          </p:nvPr>
        </p:nvSpPr>
        <p:spPr>
          <a:xfrm>
            <a:off x="517688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5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2510377" y="2992897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6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2600360" y="3608423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8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4595649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9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4683032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1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6680922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2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6765705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4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516513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1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5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2599186" y="3241481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3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6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4681858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7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6764531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8" name="スライド番号プレースホルダー 3"/>
          <p:cNvSpPr>
            <a:spLocks noGrp="1"/>
          </p:cNvSpPr>
          <p:nvPr>
            <p:ph type="sldNum" sz="quarter" idx="11"/>
          </p:nvPr>
        </p:nvSpPr>
        <p:spPr>
          <a:xfrm>
            <a:off x="8576329" y="4716394"/>
            <a:ext cx="540107" cy="273844"/>
          </a:xfrm>
          <a:prstGeom prst="rect">
            <a:avLst/>
          </a:prstGeom>
        </p:spPr>
        <p:txBody>
          <a:bodyPr/>
          <a:lstStyle/>
          <a:p>
            <a:fld id="{E6459DFB-86F3-43FA-8567-2EA6E426AE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9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5352222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50"/>
                            </p:stCondLst>
                            <p:childTnLst>
                              <p:par>
                                <p:cTn id="2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400"/>
                            </p:stCondLst>
                            <p:childTnLst>
                              <p:par>
                                <p:cTn id="4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850"/>
                            </p:stCondLst>
                            <p:childTnLst>
                              <p:par>
                                <p:cTn id="6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35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300"/>
                            </p:stCondLst>
                            <p:childTnLst>
                              <p:par>
                                <p:cTn id="8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8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12" grpId="0" animBg="1"/>
      <p:bldP spid="12" grpId="1" animBg="1"/>
      <p:bldP spid="15" grpId="0" animBg="1"/>
      <p:bldP spid="15" grpId="1" animBg="1"/>
      <p:bldP spid="18" grpId="0" animBg="1"/>
      <p:bldP spid="18" grpId="1" animBg="1"/>
      <p:bldP spid="21" grpId="0" animBg="1"/>
      <p:bldP spid="21" grpId="1" animBg="1"/>
      <p:bldP spid="22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5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6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8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1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2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9" grpId="0"/>
    </p:bldLst>
  </p:timing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5C704C-62F1-CD41-AB17-1D9C53A61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92665" y="178045"/>
            <a:ext cx="6087207" cy="456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8163900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vider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C419EF0-B63D-C145-92BD-3C4FCD22DE60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alphaModFix amt="68000"/>
          </a:blip>
          <a:srcRect t="14378" b="40395"/>
          <a:stretch/>
        </p:blipFill>
        <p:spPr>
          <a:xfrm>
            <a:off x="9727" y="556313"/>
            <a:ext cx="9144000" cy="4170051"/>
          </a:xfrm>
          <a:prstGeom prst="rect">
            <a:avLst/>
          </a:prstGeom>
        </p:spPr>
      </p:pic>
      <p:sp>
        <p:nvSpPr>
          <p:cNvPr id="3" name="Subtitle 2"/>
          <p:cNvSpPr>
            <a:spLocks noGrp="1"/>
          </p:cNvSpPr>
          <p:nvPr>
            <p:ph type="subTitle" idx="1" hasCustomPrompt="1"/>
          </p:nvPr>
        </p:nvSpPr>
        <p:spPr>
          <a:xfrm>
            <a:off x="2068749" y="2146570"/>
            <a:ext cx="5025957" cy="777803"/>
          </a:xfrm>
        </p:spPr>
        <p:txBody>
          <a:bodyPr>
            <a:normAutofit/>
          </a:bodyPr>
          <a:lstStyle>
            <a:lvl1pPr marL="0" indent="0" algn="ctr">
              <a:buNone/>
              <a:defRPr sz="2100" b="1" i="1">
                <a:solidFill>
                  <a:schemeClr val="tx1">
                    <a:lumMod val="50000"/>
                    <a:lumOff val="50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 dirty="0"/>
              <a:t>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D8E558B7-F454-4B91-96F1-977AC7E54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966438"/>
            <a:ext cx="7886700" cy="563912"/>
          </a:xfrm>
          <a:prstGeom prst="rect">
            <a:avLst/>
          </a:prstGeom>
        </p:spPr>
        <p:txBody>
          <a:bodyPr/>
          <a:lstStyle>
            <a:lvl1pPr algn="ctr">
              <a:defRPr sz="3200">
                <a:solidFill>
                  <a:schemeClr val="accent1">
                    <a:lumMod val="75000"/>
                  </a:schemeClr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41607916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441047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5 Simple Li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円/楕円 5"/>
          <p:cNvSpPr/>
          <p:nvPr userDrawn="1"/>
        </p:nvSpPr>
        <p:spPr>
          <a:xfrm>
            <a:off x="1347953" y="924379"/>
            <a:ext cx="329632" cy="329603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1</a:t>
            </a:r>
            <a:endParaRPr kumimoji="1" lang="ja-JP" altLang="en-US" sz="900" dirty="0"/>
          </a:p>
        </p:txBody>
      </p:sp>
      <p:sp>
        <p:nvSpPr>
          <p:cNvPr id="7" name="円/楕円 6"/>
          <p:cNvSpPr/>
          <p:nvPr userDrawn="1"/>
        </p:nvSpPr>
        <p:spPr>
          <a:xfrm>
            <a:off x="1347953" y="1594268"/>
            <a:ext cx="329632" cy="329603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2</a:t>
            </a:r>
          </a:p>
        </p:txBody>
      </p:sp>
      <p:sp>
        <p:nvSpPr>
          <p:cNvPr id="8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1800759" y="870134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9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1800759" y="1540023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0" name="円/楕円 9"/>
          <p:cNvSpPr/>
          <p:nvPr userDrawn="1"/>
        </p:nvSpPr>
        <p:spPr>
          <a:xfrm>
            <a:off x="1347953" y="2264157"/>
            <a:ext cx="329632" cy="329603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3</a:t>
            </a:r>
            <a:endParaRPr kumimoji="1" lang="ja-JP" altLang="en-US" sz="900" dirty="0"/>
          </a:p>
        </p:txBody>
      </p:sp>
      <p:sp>
        <p:nvSpPr>
          <p:cNvPr id="11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1800759" y="2209912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2" name="円/楕円 11"/>
          <p:cNvSpPr/>
          <p:nvPr userDrawn="1"/>
        </p:nvSpPr>
        <p:spPr>
          <a:xfrm>
            <a:off x="1347953" y="2934046"/>
            <a:ext cx="329632" cy="329603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4</a:t>
            </a:r>
          </a:p>
        </p:txBody>
      </p:sp>
      <p:sp>
        <p:nvSpPr>
          <p:cNvPr id="13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1800759" y="2879801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4" name="円/楕円 13"/>
          <p:cNvSpPr/>
          <p:nvPr userDrawn="1"/>
        </p:nvSpPr>
        <p:spPr>
          <a:xfrm>
            <a:off x="1347953" y="3603935"/>
            <a:ext cx="329632" cy="329603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sz="900" dirty="0"/>
              <a:t>5</a:t>
            </a:r>
            <a:endParaRPr kumimoji="1" lang="ja-JP" altLang="en-US" sz="900" dirty="0"/>
          </a:p>
        </p:txBody>
      </p:sp>
      <p:sp>
        <p:nvSpPr>
          <p:cNvPr id="15" name="テキスト プレースホルダー 6"/>
          <p:cNvSpPr>
            <a:spLocks noGrp="1"/>
          </p:cNvSpPr>
          <p:nvPr>
            <p:ph type="body" sz="quarter" idx="35" hasCustomPrompt="1"/>
          </p:nvPr>
        </p:nvSpPr>
        <p:spPr>
          <a:xfrm>
            <a:off x="1800759" y="3549690"/>
            <a:ext cx="6156020" cy="446073"/>
          </a:xfrm>
        </p:spPr>
        <p:txBody>
          <a:bodyPr anchor="ctr">
            <a:noAutofit/>
          </a:bodyPr>
          <a:lstStyle>
            <a:lvl1pPr algn="l">
              <a:defRPr sz="18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19" name="Title 3">
            <a:extLst>
              <a:ext uri="{FF2B5EF4-FFF2-40B4-BE49-F238E27FC236}">
                <a16:creationId xmlns:a16="http://schemas.microsoft.com/office/drawing/2014/main" id="{1C7ED4E7-FEF5-46F8-BE4C-49B8C75C244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7091" y="5063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9423022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1" decel="100000" fill="hold" grpId="0" nodeType="afterEffect">
                                  <p:stCondLst>
                                    <p:cond delay="50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" fill="hold">
                            <p:stCondLst>
                              <p:cond delay="1000"/>
                            </p:stCondLst>
                            <p:childTnLst>
                              <p:par>
                                <p:cTn id="10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2" dur="500"/>
                                        <p:tgtEl>
                                          <p:spTgt spid="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" fill="hold">
                            <p:stCondLst>
                              <p:cond delay="1500"/>
                            </p:stCondLst>
                            <p:childTnLst>
                              <p:par>
                                <p:cTn id="14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" dur="500" fill="hold"/>
                                        <p:tgtEl>
                                          <p:spTgt spid="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8" fill="hold">
                            <p:stCondLst>
                              <p:cond delay="2000"/>
                            </p:stCondLst>
                            <p:childTnLst>
                              <p:par>
                                <p:cTn id="1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1" dur="500"/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2" fill="hold">
                            <p:stCondLst>
                              <p:cond delay="2500"/>
                            </p:stCondLst>
                            <p:childTnLst>
                              <p:par>
                                <p:cTn id="23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5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3000"/>
                            </p:stCondLst>
                            <p:childTnLst>
                              <p:par>
                                <p:cTn id="28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0" dur="500"/>
                                        <p:tgtEl>
                                          <p:spTgt spid="1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3500"/>
                            </p:stCondLst>
                            <p:childTnLst>
                              <p:par>
                                <p:cTn id="32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4000"/>
                            </p:stCondLst>
                            <p:childTnLst>
                              <p:par>
                                <p:cTn id="3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4500"/>
                            </p:stCondLst>
                            <p:childTnLst>
                              <p:par>
                                <p:cTn id="41" presetID="2" presetClass="entr" presetSubtype="1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5000"/>
                            </p:stCondLst>
                            <p:childTnLst>
                              <p:par>
                                <p:cTn id="4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8" dur="500"/>
                                        <p:tgtEl>
                                          <p:spTgt spid="1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  <p:bldP spid="7" grpId="0" animBg="1"/>
      <p:bldP spid="8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9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0" grpId="0" animBg="1"/>
      <p:bldP spid="11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2" grpId="0" animBg="1"/>
      <p:bldP spid="13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3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4" grpId="0" animBg="1"/>
      <p:bldP spid="1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1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15"/>
                        </p:tgtEl>
                      </p:cBhvr>
                    </p:animEffect>
                  </p:childTnLst>
                </p:cTn>
              </p:par>
            </p:tnLst>
          </p:tmpl>
        </p:tmplLst>
      </p:bldP>
    </p:bldLst>
  </p:timing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8650" y="947577"/>
            <a:ext cx="7886700" cy="337915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549136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BD91299-34B4-405B-8FF9-E70AD6E863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460207059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13"/>
          <p:cNvSpPr>
            <a:spLocks noGrp="1"/>
          </p:cNvSpPr>
          <p:nvPr>
            <p:ph type="body" sz="quarter" idx="14"/>
          </p:nvPr>
        </p:nvSpPr>
        <p:spPr>
          <a:xfrm>
            <a:off x="46291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C456A5C-7C26-4114-A3F4-DFB0CE586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735858467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1369219"/>
            <a:ext cx="3886200" cy="2844563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9B2258-7D3E-4D45-992E-B1AF34B724A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407120869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2844601"/>
            <a:ext cx="3886200" cy="1369180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4629150" y="1369219"/>
            <a:ext cx="3886200" cy="1369180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CD0998-C815-455A-B51E-FEBFCFEF1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55144353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2128102"/>
            <a:ext cx="3886200" cy="2085680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978680"/>
            <a:ext cx="3886200" cy="323494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29150" y="978680"/>
            <a:ext cx="3886200" cy="1149421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.</a:t>
            </a:r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58744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D920446-D1CB-4D1E-B5ED-7E78BD3FA7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597545941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, Text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628650" y="971551"/>
            <a:ext cx="3886200" cy="3242072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629150" y="2128101"/>
            <a:ext cx="3886200" cy="20855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4629150" y="971551"/>
            <a:ext cx="3886200" cy="1156550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ut.</a:t>
            </a:r>
            <a:endParaRPr lang="en-US"/>
          </a:p>
        </p:txBody>
      </p:sp>
      <p:sp>
        <p:nvSpPr>
          <p:cNvPr id="14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62332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FB96E70-540C-4B42-901B-37DCF5680C8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67751498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Content Placeholder 3"/>
          <p:cNvSpPr>
            <a:spLocks noGrp="1"/>
          </p:cNvSpPr>
          <p:nvPr>
            <p:ph sz="half" idx="2" hasCustomPrompt="1"/>
          </p:nvPr>
        </p:nvSpPr>
        <p:spPr>
          <a:xfrm>
            <a:off x="4629150" y="2855320"/>
            <a:ext cx="3886200" cy="1358461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886200" cy="1375021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Content Placeholder 3"/>
          <p:cNvSpPr>
            <a:spLocks noGrp="1"/>
          </p:cNvSpPr>
          <p:nvPr>
            <p:ph sz="half" idx="14" hasCustomPrompt="1"/>
          </p:nvPr>
        </p:nvSpPr>
        <p:spPr>
          <a:xfrm>
            <a:off x="4629150" y="1385779"/>
            <a:ext cx="3886200" cy="1358461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6" name="Content Placeholder 3"/>
          <p:cNvSpPr>
            <a:spLocks noGrp="1"/>
          </p:cNvSpPr>
          <p:nvPr>
            <p:ph sz="half" idx="15" hasCustomPrompt="1"/>
          </p:nvPr>
        </p:nvSpPr>
        <p:spPr>
          <a:xfrm>
            <a:off x="628650" y="2855320"/>
            <a:ext cx="3886200" cy="1358461"/>
          </a:xfrm>
        </p:spPr>
        <p:txBody>
          <a:bodyPr/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7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A5B2D89-EE1D-4613-835C-14546ADA97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596008239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1" y="1369219"/>
            <a:ext cx="3019523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able Placeholder 8"/>
          <p:cNvSpPr>
            <a:spLocks noGrp="1"/>
          </p:cNvSpPr>
          <p:nvPr>
            <p:ph type="tbl" sz="quarter" idx="14" hasCustomPrompt="1"/>
          </p:nvPr>
        </p:nvSpPr>
        <p:spPr>
          <a:xfrm>
            <a:off x="3789576" y="1369219"/>
            <a:ext cx="4725775" cy="2844404"/>
          </a:xfrm>
        </p:spPr>
        <p:txBody>
          <a:bodyPr>
            <a:normAutofit/>
          </a:bodyPr>
          <a:lstStyle>
            <a:lvl1pPr marL="0" indent="0">
              <a:buNone/>
              <a:defRPr sz="900" i="1"/>
            </a:lvl1pPr>
          </a:lstStyle>
          <a:p>
            <a:pPr lvl="0"/>
            <a:r>
              <a:rPr lang="en-US"/>
              <a:t>Insert Object</a:t>
            </a:r>
          </a:p>
        </p:txBody>
      </p:sp>
      <p:sp>
        <p:nvSpPr>
          <p:cNvPr id="11" name="Text Placeholder 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8731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509BDF6-AA5B-4A25-8265-282753C3D7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7724054"/>
      </p:ext>
    </p:extLst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4629150" y="1369219"/>
            <a:ext cx="3886200" cy="2844404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3591613"/>
            <a:ext cx="3886200" cy="622010"/>
          </a:xfrm>
        </p:spPr>
        <p:txBody>
          <a:bodyPr>
            <a:no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ut.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628650" y="1369219"/>
            <a:ext cx="3886200" cy="2222393"/>
          </a:xfrm>
        </p:spPr>
        <p:txBody>
          <a:bodyPr>
            <a:normAutofit/>
          </a:bodyPr>
          <a:lstStyle>
            <a:lvl1pPr marL="0" indent="0">
              <a:buNone/>
              <a:defRPr sz="900" i="1" baseline="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61284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72AB418-AB8D-4509-98BE-1054EBA4AC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38955837"/>
      </p:ext>
    </p:extLst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, Bulle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2128100"/>
            <a:ext cx="7886700" cy="1604915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1067580"/>
            <a:ext cx="7886700" cy="106052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enim</a:t>
            </a:r>
            <a:r>
              <a:rPr lang="en-US"/>
              <a:t> ad minim </a:t>
            </a:r>
            <a:r>
              <a:rPr lang="en-US" err="1"/>
              <a:t>veniam</a:t>
            </a:r>
            <a:r>
              <a:rPr lang="en-US"/>
              <a:t>, </a:t>
            </a:r>
            <a:r>
              <a:rPr lang="en-US" err="1"/>
              <a:t>quis</a:t>
            </a:r>
            <a:r>
              <a:rPr lang="en-US"/>
              <a:t> </a:t>
            </a:r>
            <a:r>
              <a:rPr lang="en-US" err="1"/>
              <a:t>nostrud</a:t>
            </a:r>
            <a:r>
              <a:rPr lang="en-US"/>
              <a:t> exercitation </a:t>
            </a:r>
            <a:r>
              <a:rPr lang="en-US" err="1"/>
              <a:t>ullamco</a:t>
            </a:r>
            <a:r>
              <a:rPr lang="en-US"/>
              <a:t> </a:t>
            </a:r>
            <a:r>
              <a:rPr lang="en-US" err="1"/>
              <a:t>ea</a:t>
            </a:r>
            <a:r>
              <a:rPr lang="en-US"/>
              <a:t> </a:t>
            </a:r>
            <a:r>
              <a:rPr lang="en-US" err="1"/>
              <a:t>consequat</a:t>
            </a:r>
            <a:r>
              <a:rPr lang="en-US"/>
              <a:t>.</a:t>
            </a:r>
          </a:p>
        </p:txBody>
      </p:sp>
      <p:sp>
        <p:nvSpPr>
          <p:cNvPr id="14" name="Text Placeholder 13"/>
          <p:cNvSpPr>
            <a:spLocks noGrp="1"/>
          </p:cNvSpPr>
          <p:nvPr>
            <p:ph type="body" sz="quarter" idx="15" hasCustomPrompt="1"/>
          </p:nvPr>
        </p:nvSpPr>
        <p:spPr>
          <a:xfrm>
            <a:off x="628650" y="3733015"/>
            <a:ext cx="7886700" cy="497168"/>
          </a:xfrm>
        </p:spPr>
        <p:txBody>
          <a:bodyPr>
            <a:normAutofit/>
          </a:bodyPr>
          <a:lstStyle>
            <a:lvl1pPr marL="0" indent="0">
              <a:buNone/>
              <a:defRPr sz="1500" b="1" i="1">
                <a:solidFill>
                  <a:srgbClr val="0066A1"/>
                </a:solidFill>
              </a:defRPr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 et </a:t>
            </a:r>
            <a:r>
              <a:rPr lang="en-US" err="1"/>
              <a:t>dolore</a:t>
            </a:r>
            <a:r>
              <a:rPr lang="en-US"/>
              <a:t> magna </a:t>
            </a:r>
            <a:r>
              <a:rPr lang="en-US" err="1"/>
              <a:t>aliqua</a:t>
            </a:r>
            <a:r>
              <a:rPr lang="en-US"/>
              <a:t>. 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631893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50BFC07-E8F4-426A-AA54-8F445F7470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327891135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ullets and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ext Placeholder 13"/>
          <p:cNvSpPr>
            <a:spLocks noGrp="1"/>
          </p:cNvSpPr>
          <p:nvPr>
            <p:ph type="body" sz="quarter" idx="13"/>
          </p:nvPr>
        </p:nvSpPr>
        <p:spPr>
          <a:xfrm>
            <a:off x="628650" y="1369218"/>
            <a:ext cx="4970872" cy="216583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13"/>
          <p:cNvSpPr>
            <a:spLocks noGrp="1"/>
          </p:cNvSpPr>
          <p:nvPr>
            <p:ph type="body" sz="quarter" idx="14" hasCustomPrompt="1"/>
          </p:nvPr>
        </p:nvSpPr>
        <p:spPr>
          <a:xfrm>
            <a:off x="628650" y="3535051"/>
            <a:ext cx="4970872" cy="678571"/>
          </a:xfrm>
        </p:spPr>
        <p:txBody>
          <a:bodyPr>
            <a:normAutofit/>
          </a:bodyPr>
          <a:lstStyle>
            <a:lvl1pPr marL="0" indent="0">
              <a:buNone/>
              <a:defRPr sz="1500" b="1">
                <a:solidFill>
                  <a:srgbClr val="0066A1"/>
                </a:solidFill>
              </a:defRPr>
            </a:lvl1pPr>
            <a:lvl2pPr>
              <a:defRPr sz="1350"/>
            </a:lvl2pPr>
            <a:lvl3pPr>
              <a:defRPr sz="1350"/>
            </a:lvl3pPr>
            <a:lvl4pPr>
              <a:defRPr sz="1350"/>
            </a:lvl4pPr>
            <a:lvl5pPr>
              <a:defRPr sz="1350"/>
            </a:lvl5pPr>
          </a:lstStyle>
          <a:p>
            <a:pPr lvl="0"/>
            <a:r>
              <a:rPr lang="en-US"/>
              <a:t>Lorem ipsum dolor sit </a:t>
            </a:r>
            <a:r>
              <a:rPr lang="en-US" err="1"/>
              <a:t>amet</a:t>
            </a:r>
            <a:r>
              <a:rPr lang="en-US"/>
              <a:t>, </a:t>
            </a:r>
            <a:r>
              <a:rPr lang="en-US" err="1"/>
              <a:t>consectetur</a:t>
            </a:r>
            <a:r>
              <a:rPr lang="en-US"/>
              <a:t> </a:t>
            </a:r>
            <a:r>
              <a:rPr lang="en-US" err="1"/>
              <a:t>adipiscing</a:t>
            </a:r>
            <a:r>
              <a:rPr lang="en-US"/>
              <a:t> </a:t>
            </a:r>
            <a:r>
              <a:rPr lang="en-US" err="1"/>
              <a:t>elit</a:t>
            </a:r>
            <a:r>
              <a:rPr lang="en-US"/>
              <a:t>, </a:t>
            </a:r>
            <a:r>
              <a:rPr lang="en-US" err="1"/>
              <a:t>sed</a:t>
            </a:r>
            <a:r>
              <a:rPr lang="en-US"/>
              <a:t> do </a:t>
            </a:r>
            <a:r>
              <a:rPr lang="en-US" err="1"/>
              <a:t>eiusmod</a:t>
            </a:r>
            <a:r>
              <a:rPr lang="en-US"/>
              <a:t> </a:t>
            </a:r>
            <a:r>
              <a:rPr lang="en-US" err="1"/>
              <a:t>tempor</a:t>
            </a:r>
            <a:r>
              <a:rPr lang="en-US"/>
              <a:t> </a:t>
            </a:r>
            <a:r>
              <a:rPr lang="en-US" err="1"/>
              <a:t>incididunt</a:t>
            </a:r>
            <a:r>
              <a:rPr lang="en-US"/>
              <a:t> </a:t>
            </a:r>
            <a:r>
              <a:rPr lang="en-US" err="1"/>
              <a:t>ut</a:t>
            </a:r>
            <a:r>
              <a:rPr lang="en-US"/>
              <a:t> </a:t>
            </a:r>
            <a:r>
              <a:rPr lang="en-US" err="1"/>
              <a:t>labore</a:t>
            </a:r>
            <a:r>
              <a:rPr lang="en-US"/>
              <a:t>.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sz="quarter" idx="15" hasCustomPrompt="1"/>
          </p:nvPr>
        </p:nvSpPr>
        <p:spPr>
          <a:xfrm>
            <a:off x="5712643" y="1369219"/>
            <a:ext cx="2802707" cy="2844404"/>
          </a:xfrm>
        </p:spPr>
        <p:txBody>
          <a:bodyPr>
            <a:normAutofit/>
          </a:bodyPr>
          <a:lstStyle>
            <a:lvl1pPr marL="0" indent="0">
              <a:buNone/>
              <a:defRPr sz="900" i="1" baseline="0"/>
            </a:lvl1pPr>
          </a:lstStyle>
          <a:p>
            <a:r>
              <a:rPr lang="en-US"/>
              <a:t>Insert Photo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quarter" idx="16" hasCustomPrompt="1"/>
          </p:nvPr>
        </p:nvSpPr>
        <p:spPr>
          <a:xfrm>
            <a:off x="628650" y="556831"/>
            <a:ext cx="7886700" cy="267632"/>
          </a:xfrm>
        </p:spPr>
        <p:txBody>
          <a:bodyPr>
            <a:normAutofit/>
          </a:bodyPr>
          <a:lstStyle>
            <a:lvl1pPr marL="0" indent="0">
              <a:buNone/>
              <a:defRPr sz="1800" b="1" i="1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</a:lstStyle>
          <a:p>
            <a:pPr lvl="0"/>
            <a:r>
              <a:rPr lang="en-US"/>
              <a:t>Subhead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CC651FEA-1596-4B35-921B-6AB4588A6E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810110710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円/楕円 16"/>
          <p:cNvSpPr/>
          <p:nvPr userDrawn="1"/>
        </p:nvSpPr>
        <p:spPr>
          <a:xfrm>
            <a:off x="1755706" y="2575260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8" name="円/楕円 17"/>
          <p:cNvSpPr/>
          <p:nvPr userDrawn="1"/>
        </p:nvSpPr>
        <p:spPr>
          <a:xfrm>
            <a:off x="2988801" y="3100677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9" name="円/楕円 18"/>
          <p:cNvSpPr/>
          <p:nvPr userDrawn="1"/>
        </p:nvSpPr>
        <p:spPr>
          <a:xfrm>
            <a:off x="4221897" y="2312552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0" name="円/楕円 19"/>
          <p:cNvSpPr/>
          <p:nvPr userDrawn="1"/>
        </p:nvSpPr>
        <p:spPr>
          <a:xfrm>
            <a:off x="5454992" y="2837969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1" name="円/楕円 20"/>
          <p:cNvSpPr/>
          <p:nvPr userDrawn="1"/>
        </p:nvSpPr>
        <p:spPr>
          <a:xfrm>
            <a:off x="6688088" y="2049843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46974" y="57908"/>
            <a:ext cx="6928532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530789" y="558374"/>
            <a:ext cx="4887622" cy="252028"/>
          </a:xfrm>
        </p:spPr>
        <p:txBody>
          <a:bodyPr/>
          <a:lstStyle>
            <a:lvl1pPr>
              <a:defRPr i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11" name="円/楕円 10"/>
          <p:cNvSpPr/>
          <p:nvPr userDrawn="1"/>
        </p:nvSpPr>
        <p:spPr>
          <a:xfrm>
            <a:off x="1819224" y="2638773"/>
            <a:ext cx="228620" cy="228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円/楕円 11"/>
          <p:cNvSpPr/>
          <p:nvPr userDrawn="1"/>
        </p:nvSpPr>
        <p:spPr>
          <a:xfrm>
            <a:off x="3052319" y="3164190"/>
            <a:ext cx="228620" cy="228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3" name="円/楕円 12"/>
          <p:cNvSpPr/>
          <p:nvPr userDrawn="1"/>
        </p:nvSpPr>
        <p:spPr>
          <a:xfrm>
            <a:off x="4285415" y="2376064"/>
            <a:ext cx="228620" cy="228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4" name="円/楕円 13"/>
          <p:cNvSpPr/>
          <p:nvPr userDrawn="1"/>
        </p:nvSpPr>
        <p:spPr>
          <a:xfrm>
            <a:off x="5518510" y="2901481"/>
            <a:ext cx="228620" cy="2286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5" name="円/楕円 14"/>
          <p:cNvSpPr/>
          <p:nvPr userDrawn="1"/>
        </p:nvSpPr>
        <p:spPr>
          <a:xfrm>
            <a:off x="6751606" y="2113356"/>
            <a:ext cx="228620" cy="2286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4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910900" y="2128577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5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906571" y="1473985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6" name="正方形/長方形 55"/>
          <p:cNvSpPr/>
          <p:nvPr userDrawn="1"/>
        </p:nvSpPr>
        <p:spPr>
          <a:xfrm>
            <a:off x="1110549" y="2113356"/>
            <a:ext cx="1620321" cy="360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0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2166786" y="3538991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1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2162457" y="3916813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2" name="正方形/長方形 61"/>
          <p:cNvSpPr/>
          <p:nvPr userDrawn="1"/>
        </p:nvSpPr>
        <p:spPr>
          <a:xfrm>
            <a:off x="2366435" y="3868109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3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3382987" y="1900157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4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3378658" y="1245565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5" name="正方形/長方形 64"/>
          <p:cNvSpPr/>
          <p:nvPr userDrawn="1"/>
        </p:nvSpPr>
        <p:spPr>
          <a:xfrm>
            <a:off x="3582636" y="1884936"/>
            <a:ext cx="1620321" cy="3600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6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4626049" y="3269355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5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7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4621720" y="3647177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8" name="正方形/長方形 67"/>
          <p:cNvSpPr/>
          <p:nvPr userDrawn="1"/>
        </p:nvSpPr>
        <p:spPr>
          <a:xfrm>
            <a:off x="4825698" y="3598473"/>
            <a:ext cx="1620321" cy="3600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9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5849178" y="1629813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6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0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5844849" y="975221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1" name="正方形/長方形 70"/>
          <p:cNvSpPr/>
          <p:nvPr userDrawn="1"/>
        </p:nvSpPr>
        <p:spPr>
          <a:xfrm>
            <a:off x="6048827" y="1614592"/>
            <a:ext cx="1620321" cy="3600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8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  <p:cxnSp>
        <p:nvCxnSpPr>
          <p:cNvPr id="42" name="Straight Connector 41">
            <a:extLst>
              <a:ext uri="{FF2B5EF4-FFF2-40B4-BE49-F238E27FC236}">
                <a16:creationId xmlns:a16="http://schemas.microsoft.com/office/drawing/2014/main" id="{D1AB4C4C-6B84-4A4F-B2CE-EB9DE1815EFF}"/>
              </a:ext>
            </a:extLst>
          </p:cNvPr>
          <p:cNvCxnSpPr>
            <a:cxnSpLocks/>
            <a:stCxn id="18" idx="2"/>
            <a:endCxn id="17" idx="5"/>
          </p:cNvCxnSpPr>
          <p:nvPr userDrawn="1"/>
        </p:nvCxnSpPr>
        <p:spPr>
          <a:xfrm flipH="1" flipV="1">
            <a:off x="2059277" y="2878805"/>
            <a:ext cx="929524" cy="39968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BD86A00-3520-4F85-9A8C-328D527203CC}"/>
              </a:ext>
            </a:extLst>
          </p:cNvPr>
          <p:cNvCxnSpPr>
            <a:cxnSpLocks/>
            <a:stCxn id="18" idx="6"/>
            <a:endCxn id="19" idx="3"/>
          </p:cNvCxnSpPr>
          <p:nvPr userDrawn="1"/>
        </p:nvCxnSpPr>
        <p:spPr>
          <a:xfrm flipV="1">
            <a:off x="3344457" y="2616097"/>
            <a:ext cx="929525" cy="662393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CDCAD338-6333-4F78-A360-278A9EB9DAB8}"/>
              </a:ext>
            </a:extLst>
          </p:cNvPr>
          <p:cNvCxnSpPr>
            <a:cxnSpLocks/>
            <a:stCxn id="20" idx="1"/>
            <a:endCxn id="19" idx="6"/>
          </p:cNvCxnSpPr>
          <p:nvPr userDrawn="1"/>
        </p:nvCxnSpPr>
        <p:spPr>
          <a:xfrm flipH="1" flipV="1">
            <a:off x="4577553" y="2490365"/>
            <a:ext cx="929524" cy="39968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EEEDCBD8-0FAC-4953-AFBC-83C7AAB534CF}"/>
              </a:ext>
            </a:extLst>
          </p:cNvPr>
          <p:cNvCxnSpPr>
            <a:cxnSpLocks/>
            <a:stCxn id="20" idx="6"/>
            <a:endCxn id="21" idx="3"/>
          </p:cNvCxnSpPr>
          <p:nvPr userDrawn="1"/>
        </p:nvCxnSpPr>
        <p:spPr>
          <a:xfrm flipV="1">
            <a:off x="5810648" y="2353388"/>
            <a:ext cx="929525" cy="662394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5801915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4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8" fill="hold">
                            <p:stCondLst>
                              <p:cond delay="750"/>
                            </p:stCondLst>
                            <p:childTnLst>
                              <p:par>
                                <p:cTn id="29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5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6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8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2500"/>
                            </p:stCondLst>
                            <p:childTnLst>
                              <p:par>
                                <p:cTn id="4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3" dur="5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3000"/>
                            </p:stCondLst>
                            <p:childTnLst>
                              <p:par>
                                <p:cTn id="45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51" dur="1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4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4750"/>
                            </p:stCondLst>
                            <p:childTnLst>
                              <p:par>
                                <p:cTn id="5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9" dur="5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0" fill="hold">
                            <p:stCondLst>
                              <p:cond delay="5250"/>
                            </p:stCondLst>
                            <p:childTnLst>
                              <p:par>
                                <p:cTn id="61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4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7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70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7500"/>
                            </p:stCondLst>
                            <p:childTnLst>
                              <p:par>
                                <p:cTn id="77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83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4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7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9250"/>
                            </p:stCondLst>
                            <p:childTnLst>
                              <p:par>
                                <p:cTn id="8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91" dur="500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92" fill="hold">
                            <p:stCondLst>
                              <p:cond delay="9750"/>
                            </p:stCondLst>
                            <p:childTnLst>
                              <p:par>
                                <p:cTn id="93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5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6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7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9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3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1500"/>
                            </p:stCondLst>
                            <p:childTnLst>
                              <p:par>
                                <p:cTn id="10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7" dur="500"/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8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0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11" grpId="0" animBg="1"/>
      <p:bldP spid="12" grpId="0" animBg="1"/>
      <p:bldP spid="13" grpId="0" animBg="1"/>
      <p:bldP spid="14" grpId="0" animBg="1"/>
      <p:bldP spid="15" grpId="0" animBg="1"/>
      <p:bldP spid="54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5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6" grpId="0" animBg="1"/>
      <p:bldP spid="60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1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2" grpId="0" animBg="1"/>
      <p:bldP spid="63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5" grpId="0" animBg="1"/>
      <p:bldP spid="66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8" grpId="0" animBg="1"/>
      <p:bldP spid="69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1" grpId="0" animBg="1"/>
      <p:bldP spid="38" grpId="0"/>
    </p:bldLst>
  </p:timing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46974" y="45208"/>
            <a:ext cx="6928532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546974" y="515787"/>
            <a:ext cx="4887622" cy="252028"/>
          </a:xfrm>
        </p:spPr>
        <p:txBody>
          <a:bodyPr/>
          <a:lstStyle>
            <a:lvl1pPr marL="0" indent="0">
              <a:buNone/>
              <a:defRPr i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610492" y="757333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8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1BD86A00-3520-4F85-9A8C-328D527203CC}"/>
              </a:ext>
            </a:extLst>
          </p:cNvPr>
          <p:cNvCxnSpPr>
            <a:cxnSpLocks/>
            <a:stCxn id="48" idx="6"/>
            <a:endCxn id="49" idx="2"/>
          </p:cNvCxnSpPr>
          <p:nvPr userDrawn="1"/>
        </p:nvCxnSpPr>
        <p:spPr>
          <a:xfrm>
            <a:off x="2039689" y="2382845"/>
            <a:ext cx="2120687" cy="0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48" name="円/楕円 15">
            <a:extLst>
              <a:ext uri="{FF2B5EF4-FFF2-40B4-BE49-F238E27FC236}">
                <a16:creationId xmlns:a16="http://schemas.microsoft.com/office/drawing/2014/main" id="{926D42CA-6CBD-432F-B846-487490F68142}"/>
              </a:ext>
            </a:extLst>
          </p:cNvPr>
          <p:cNvSpPr/>
          <p:nvPr userDrawn="1"/>
        </p:nvSpPr>
        <p:spPr>
          <a:xfrm>
            <a:off x="1684033" y="2205032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49" name="円/楕円 17">
            <a:extLst>
              <a:ext uri="{FF2B5EF4-FFF2-40B4-BE49-F238E27FC236}">
                <a16:creationId xmlns:a16="http://schemas.microsoft.com/office/drawing/2014/main" id="{9CC39CC4-DB3E-4B67-BF78-396012298B75}"/>
              </a:ext>
            </a:extLst>
          </p:cNvPr>
          <p:cNvSpPr/>
          <p:nvPr userDrawn="1"/>
        </p:nvSpPr>
        <p:spPr>
          <a:xfrm>
            <a:off x="4160376" y="2205032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0" name="円/楕円 4">
            <a:extLst>
              <a:ext uri="{FF2B5EF4-FFF2-40B4-BE49-F238E27FC236}">
                <a16:creationId xmlns:a16="http://schemas.microsoft.com/office/drawing/2014/main" id="{77DE742A-FF75-4B63-814F-383CE65D8DF1}"/>
              </a:ext>
            </a:extLst>
          </p:cNvPr>
          <p:cNvSpPr/>
          <p:nvPr userDrawn="1"/>
        </p:nvSpPr>
        <p:spPr>
          <a:xfrm>
            <a:off x="1747551" y="2301790"/>
            <a:ext cx="228620" cy="228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2" name="円/楕円 11">
            <a:extLst>
              <a:ext uri="{FF2B5EF4-FFF2-40B4-BE49-F238E27FC236}">
                <a16:creationId xmlns:a16="http://schemas.microsoft.com/office/drawing/2014/main" id="{889CC09E-E621-4ED8-80C1-6C512ED67E3D}"/>
              </a:ext>
            </a:extLst>
          </p:cNvPr>
          <p:cNvSpPr/>
          <p:nvPr userDrawn="1"/>
        </p:nvSpPr>
        <p:spPr>
          <a:xfrm>
            <a:off x="4223894" y="2235299"/>
            <a:ext cx="228620" cy="228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7" name="テキスト プレースホルダー 6">
            <a:extLst>
              <a:ext uri="{FF2B5EF4-FFF2-40B4-BE49-F238E27FC236}">
                <a16:creationId xmlns:a16="http://schemas.microsoft.com/office/drawing/2014/main" id="{3B737C54-CF42-4F45-B9CA-45B833ED6379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870439" y="2610100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8" name="正方形/長方形 49">
            <a:extLst>
              <a:ext uri="{FF2B5EF4-FFF2-40B4-BE49-F238E27FC236}">
                <a16:creationId xmlns:a16="http://schemas.microsoft.com/office/drawing/2014/main" id="{4A0EE9B6-D78E-4B98-9F0B-F64E78948648}"/>
              </a:ext>
            </a:extLst>
          </p:cNvPr>
          <p:cNvSpPr/>
          <p:nvPr userDrawn="1"/>
        </p:nvSpPr>
        <p:spPr>
          <a:xfrm>
            <a:off x="1070088" y="2939218"/>
            <a:ext cx="1620321" cy="360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9" name="テキスト プレースホルダー 6">
            <a:extLst>
              <a:ext uri="{FF2B5EF4-FFF2-40B4-BE49-F238E27FC236}">
                <a16:creationId xmlns:a16="http://schemas.microsoft.com/office/drawing/2014/main" id="{E25C0F8F-FA14-47FF-AE35-E6DB87F4F7C3}"/>
              </a:ext>
            </a:extLst>
          </p:cNvPr>
          <p:cNvSpPr>
            <a:spLocks noGrp="1"/>
          </p:cNvSpPr>
          <p:nvPr>
            <p:ph type="body" sz="quarter" idx="27" hasCustomPrompt="1"/>
          </p:nvPr>
        </p:nvSpPr>
        <p:spPr>
          <a:xfrm>
            <a:off x="3338361" y="2610100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2" name="テキスト プレースホルダー 6">
            <a:extLst>
              <a:ext uri="{FF2B5EF4-FFF2-40B4-BE49-F238E27FC236}">
                <a16:creationId xmlns:a16="http://schemas.microsoft.com/office/drawing/2014/main" id="{3E00CA89-B45A-4BEB-8A21-F5D1A70C483C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3334032" y="2987922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3" name="正方形/長方形 61">
            <a:extLst>
              <a:ext uri="{FF2B5EF4-FFF2-40B4-BE49-F238E27FC236}">
                <a16:creationId xmlns:a16="http://schemas.microsoft.com/office/drawing/2014/main" id="{89D92360-3D1B-4233-B046-FAF6B4330FB4}"/>
              </a:ext>
            </a:extLst>
          </p:cNvPr>
          <p:cNvSpPr/>
          <p:nvPr userDrawn="1"/>
        </p:nvSpPr>
        <p:spPr>
          <a:xfrm>
            <a:off x="3538010" y="2939218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74" name="テキスト プレースホルダー 6">
            <a:extLst>
              <a:ext uri="{FF2B5EF4-FFF2-40B4-BE49-F238E27FC236}">
                <a16:creationId xmlns:a16="http://schemas.microsoft.com/office/drawing/2014/main" id="{4C4D3C3E-6679-4651-9E07-EFB488A469D2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5816157" y="2606169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5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5" name="テキスト プレースホルダー 6">
            <a:extLst>
              <a:ext uri="{FF2B5EF4-FFF2-40B4-BE49-F238E27FC236}">
                <a16:creationId xmlns:a16="http://schemas.microsoft.com/office/drawing/2014/main" id="{A669A821-F417-46A4-AC47-BF2032DC11A1}"/>
              </a:ext>
            </a:extLst>
          </p:cNvPr>
          <p:cNvSpPr>
            <a:spLocks noGrp="1"/>
          </p:cNvSpPr>
          <p:nvPr>
            <p:ph type="body" sz="quarter" idx="32" hasCustomPrompt="1"/>
          </p:nvPr>
        </p:nvSpPr>
        <p:spPr>
          <a:xfrm>
            <a:off x="5811828" y="2983991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6" name="正方形/長方形 67">
            <a:extLst>
              <a:ext uri="{FF2B5EF4-FFF2-40B4-BE49-F238E27FC236}">
                <a16:creationId xmlns:a16="http://schemas.microsoft.com/office/drawing/2014/main" id="{5B1F9AC9-1495-4E79-BCDE-AF5C1BE4F0D8}"/>
              </a:ext>
            </a:extLst>
          </p:cNvPr>
          <p:cNvSpPr/>
          <p:nvPr userDrawn="1"/>
        </p:nvSpPr>
        <p:spPr>
          <a:xfrm>
            <a:off x="6015806" y="2935287"/>
            <a:ext cx="1620321" cy="3600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77" name="テキスト プレースホルダー 6">
            <a:extLst>
              <a:ext uri="{FF2B5EF4-FFF2-40B4-BE49-F238E27FC236}">
                <a16:creationId xmlns:a16="http://schemas.microsoft.com/office/drawing/2014/main" id="{6703A5AF-97A8-4CEA-98C6-6DB415930EA4}"/>
              </a:ext>
            </a:extLst>
          </p:cNvPr>
          <p:cNvSpPr>
            <a:spLocks noGrp="1"/>
          </p:cNvSpPr>
          <p:nvPr>
            <p:ph type="body" sz="quarter" idx="24" hasCustomPrompt="1"/>
          </p:nvPr>
        </p:nvSpPr>
        <p:spPr>
          <a:xfrm>
            <a:off x="866110" y="2987922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8" name="円/楕円 19">
            <a:extLst>
              <a:ext uri="{FF2B5EF4-FFF2-40B4-BE49-F238E27FC236}">
                <a16:creationId xmlns:a16="http://schemas.microsoft.com/office/drawing/2014/main" id="{5EDA10AF-4FE5-4FA4-B311-0118DF9C7526}"/>
              </a:ext>
            </a:extLst>
          </p:cNvPr>
          <p:cNvSpPr/>
          <p:nvPr userDrawn="1"/>
        </p:nvSpPr>
        <p:spPr>
          <a:xfrm>
            <a:off x="6636719" y="2204187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79" name="円/楕円 13">
            <a:extLst>
              <a:ext uri="{FF2B5EF4-FFF2-40B4-BE49-F238E27FC236}">
                <a16:creationId xmlns:a16="http://schemas.microsoft.com/office/drawing/2014/main" id="{7D42EB63-C8B6-412A-A41A-FF22AE89E48A}"/>
              </a:ext>
            </a:extLst>
          </p:cNvPr>
          <p:cNvSpPr/>
          <p:nvPr userDrawn="1"/>
        </p:nvSpPr>
        <p:spPr>
          <a:xfrm>
            <a:off x="6700237" y="2267699"/>
            <a:ext cx="228620" cy="2286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712C9093-D28E-4FD2-A2DC-C2D03572506E}"/>
              </a:ext>
            </a:extLst>
          </p:cNvPr>
          <p:cNvCxnSpPr>
            <a:cxnSpLocks/>
            <a:stCxn id="49" idx="6"/>
            <a:endCxn id="78" idx="2"/>
          </p:cNvCxnSpPr>
          <p:nvPr userDrawn="1"/>
        </p:nvCxnSpPr>
        <p:spPr>
          <a:xfrm flipV="1">
            <a:off x="4516032" y="2382000"/>
            <a:ext cx="2120687" cy="845"/>
          </a:xfrm>
          <a:prstGeom prst="line">
            <a:avLst/>
          </a:prstGeom>
          <a:ln>
            <a:solidFill>
              <a:schemeClr val="tx1">
                <a:lumMod val="50000"/>
                <a:lumOff val="50000"/>
              </a:schemeClr>
            </a:solidFill>
            <a:prstDash val="sysDot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9607868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" fill="hold">
                            <p:stCondLst>
                              <p:cond delay="1500"/>
                            </p:stCondLst>
                            <p:childTnLst>
                              <p:par>
                                <p:cTn id="16" presetID="2" presetClass="entr" presetSubtype="1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5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2250"/>
                            </p:stCondLst>
                            <p:childTnLst>
                              <p:par>
                                <p:cTn id="25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5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5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31" dur="1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4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5" dur="500" fill="hold"/>
                                        <p:tgtEl>
                                          <p:spTgt spid="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3750"/>
                            </p:stCondLst>
                            <p:childTnLst>
                              <p:par>
                                <p:cTn id="37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3" dur="1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6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7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8" fill="hold">
                            <p:stCondLst>
                              <p:cond delay="5500"/>
                            </p:stCondLst>
                            <p:childTnLst>
                              <p:par>
                                <p:cTn id="4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1" dur="500"/>
                                        <p:tgtEl>
                                          <p:spTgt spid="7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6000"/>
                            </p:stCondLst>
                            <p:childTnLst>
                              <p:par>
                                <p:cTn id="53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7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1" fill="hold">
                            <p:stCondLst>
                              <p:cond delay="6850"/>
                            </p:stCondLst>
                            <p:childTnLst>
                              <p:par>
                                <p:cTn id="6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4" dur="500"/>
                                        <p:tgtEl>
                                          <p:spTgt spid="7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5" fill="hold">
                            <p:stCondLst>
                              <p:cond delay="7350"/>
                            </p:stCondLst>
                            <p:childTnLst>
                              <p:par>
                                <p:cTn id="6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8" dur="500"/>
                                        <p:tgtEl>
                                          <p:spTgt spid="7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1" dur="75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2" dur="750" fill="hold"/>
                                        <p:tgtEl>
                                          <p:spTgt spid="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3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5" dur="1500"/>
                                        <p:tgtEl>
                                          <p:spTgt spid="7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38" grpId="0"/>
      <p:bldP spid="48" grpId="0" animBg="1"/>
      <p:bldP spid="49" grpId="0" animBg="1"/>
      <p:bldP spid="50" grpId="0" animBg="1"/>
      <p:bldP spid="52" grpId="0" animBg="1"/>
      <p:bldP spid="57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7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7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8" grpId="0" animBg="1"/>
      <p:bldP spid="59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2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2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3" grpId="0" animBg="1"/>
      <p:bldP spid="74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7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7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6" grpId="0" animBg="1"/>
      <p:bldP spid="7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8" grpId="0" animBg="1"/>
      <p:bldP spid="79" grpId="0" animBg="1"/>
    </p:bldLst>
  </p:timing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_Proces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フリーフォーム 75"/>
          <p:cNvSpPr/>
          <p:nvPr userDrawn="1"/>
        </p:nvSpPr>
        <p:spPr>
          <a:xfrm>
            <a:off x="0" y="2182091"/>
            <a:ext cx="9144794" cy="1302327"/>
          </a:xfrm>
          <a:custGeom>
            <a:avLst/>
            <a:gdLst>
              <a:gd name="connsiteX0" fmla="*/ 0 w 18288000"/>
              <a:gd name="connsiteY0" fmla="*/ 1343891 h 2604654"/>
              <a:gd name="connsiteX1" fmla="*/ 2854036 w 18288000"/>
              <a:gd name="connsiteY1" fmla="*/ 2604654 h 2604654"/>
              <a:gd name="connsiteX2" fmla="*/ 5320145 w 18288000"/>
              <a:gd name="connsiteY2" fmla="*/ 1052945 h 2604654"/>
              <a:gd name="connsiteX3" fmla="*/ 7772400 w 18288000"/>
              <a:gd name="connsiteY3" fmla="*/ 2119745 h 2604654"/>
              <a:gd name="connsiteX4" fmla="*/ 10224655 w 18288000"/>
              <a:gd name="connsiteY4" fmla="*/ 512618 h 2604654"/>
              <a:gd name="connsiteX5" fmla="*/ 12718473 w 18288000"/>
              <a:gd name="connsiteY5" fmla="*/ 1579418 h 2604654"/>
              <a:gd name="connsiteX6" fmla="*/ 15184582 w 18288000"/>
              <a:gd name="connsiteY6" fmla="*/ 0 h 2604654"/>
              <a:gd name="connsiteX7" fmla="*/ 18288000 w 18288000"/>
              <a:gd name="connsiteY7" fmla="*/ 969818 h 2604654"/>
              <a:gd name="connsiteX8" fmla="*/ 18288000 w 18288000"/>
              <a:gd name="connsiteY8" fmla="*/ 969818 h 2604654"/>
              <a:gd name="connsiteX9" fmla="*/ 18288000 w 18288000"/>
              <a:gd name="connsiteY9" fmla="*/ 969818 h 2604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8288000" h="2604654">
                <a:moveTo>
                  <a:pt x="0" y="1343891"/>
                </a:moveTo>
                <a:lnTo>
                  <a:pt x="2854036" y="2604654"/>
                </a:lnTo>
                <a:lnTo>
                  <a:pt x="5320145" y="1052945"/>
                </a:lnTo>
                <a:lnTo>
                  <a:pt x="7772400" y="2119745"/>
                </a:lnTo>
                <a:lnTo>
                  <a:pt x="10224655" y="512618"/>
                </a:lnTo>
                <a:lnTo>
                  <a:pt x="12718473" y="1579418"/>
                </a:lnTo>
                <a:lnTo>
                  <a:pt x="15184582" y="0"/>
                </a:lnTo>
                <a:lnTo>
                  <a:pt x="18288000" y="969818"/>
                </a:lnTo>
                <a:lnTo>
                  <a:pt x="18288000" y="969818"/>
                </a:lnTo>
                <a:lnTo>
                  <a:pt x="18288000" y="969818"/>
                </a:lnTo>
              </a:path>
            </a:pathLst>
          </a:custGeom>
          <a:noFill/>
          <a:ln>
            <a:solidFill>
              <a:schemeClr val="tx2">
                <a:lumMod val="60000"/>
                <a:lumOff val="40000"/>
              </a:schemeClr>
            </a:solidFill>
            <a:prstDash val="sysDot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6" name="円/楕円 15"/>
          <p:cNvSpPr/>
          <p:nvPr userDrawn="1"/>
        </p:nvSpPr>
        <p:spPr>
          <a:xfrm>
            <a:off x="1246510" y="3318287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7" name="円/楕円 16"/>
          <p:cNvSpPr/>
          <p:nvPr userDrawn="1"/>
        </p:nvSpPr>
        <p:spPr>
          <a:xfrm>
            <a:off x="2479606" y="2530161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8" name="円/楕円 17"/>
          <p:cNvSpPr/>
          <p:nvPr userDrawn="1"/>
        </p:nvSpPr>
        <p:spPr>
          <a:xfrm>
            <a:off x="3712701" y="3055578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9" name="円/楕円 18"/>
          <p:cNvSpPr/>
          <p:nvPr userDrawn="1"/>
        </p:nvSpPr>
        <p:spPr>
          <a:xfrm>
            <a:off x="4945797" y="2267453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4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0" name="円/楕円 19"/>
          <p:cNvSpPr/>
          <p:nvPr userDrawn="1"/>
        </p:nvSpPr>
        <p:spPr>
          <a:xfrm>
            <a:off x="6178892" y="2792870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1" name="円/楕円 20"/>
          <p:cNvSpPr/>
          <p:nvPr userDrawn="1"/>
        </p:nvSpPr>
        <p:spPr>
          <a:xfrm>
            <a:off x="7411988" y="2004744"/>
            <a:ext cx="355656" cy="355625"/>
          </a:xfrm>
          <a:prstGeom prst="ellipse">
            <a:avLst/>
          </a:prstGeom>
          <a:solidFill>
            <a:schemeClr val="bg1"/>
          </a:solidFill>
          <a:ln w="25400">
            <a:solidFill>
              <a:schemeClr val="accent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573264" y="463356"/>
            <a:ext cx="4887622" cy="252028"/>
          </a:xfrm>
        </p:spPr>
        <p:txBody>
          <a:bodyPr/>
          <a:lstStyle>
            <a:lvl1pPr marL="0" indent="0">
              <a:buNone/>
              <a:defRPr i="1" baseline="0">
                <a:solidFill>
                  <a:schemeClr val="tx1">
                    <a:lumMod val="50000"/>
                    <a:lumOff val="50000"/>
                  </a:schemeClr>
                </a:solidFill>
                <a:latin typeface="+mn-lt"/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728487" y="712999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" name="円/楕円 4"/>
          <p:cNvSpPr/>
          <p:nvPr userDrawn="1"/>
        </p:nvSpPr>
        <p:spPr>
          <a:xfrm>
            <a:off x="1310028" y="3381799"/>
            <a:ext cx="228620" cy="228600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1" name="円/楕円 10"/>
          <p:cNvSpPr/>
          <p:nvPr userDrawn="1"/>
        </p:nvSpPr>
        <p:spPr>
          <a:xfrm>
            <a:off x="2543124" y="2593674"/>
            <a:ext cx="228620" cy="228600"/>
          </a:xfrm>
          <a:prstGeom prst="ellipse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円/楕円 11"/>
          <p:cNvSpPr/>
          <p:nvPr userDrawn="1"/>
        </p:nvSpPr>
        <p:spPr>
          <a:xfrm>
            <a:off x="3776219" y="3119091"/>
            <a:ext cx="228620" cy="228600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3" name="円/楕円 12"/>
          <p:cNvSpPr/>
          <p:nvPr userDrawn="1"/>
        </p:nvSpPr>
        <p:spPr>
          <a:xfrm>
            <a:off x="5009315" y="2330965"/>
            <a:ext cx="228620" cy="228600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4" name="円/楕円 13"/>
          <p:cNvSpPr/>
          <p:nvPr userDrawn="1"/>
        </p:nvSpPr>
        <p:spPr>
          <a:xfrm>
            <a:off x="6242410" y="2856382"/>
            <a:ext cx="228620" cy="228600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5" name="円/楕円 14"/>
          <p:cNvSpPr/>
          <p:nvPr userDrawn="1"/>
        </p:nvSpPr>
        <p:spPr>
          <a:xfrm>
            <a:off x="7475506" y="2068257"/>
            <a:ext cx="228620" cy="228600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48" name="テキスト プレースホルダー 6"/>
          <p:cNvSpPr>
            <a:spLocks noGrp="1"/>
          </p:cNvSpPr>
          <p:nvPr>
            <p:ph type="body" sz="quarter" idx="21" hasCustomPrompt="1"/>
          </p:nvPr>
        </p:nvSpPr>
        <p:spPr>
          <a:xfrm>
            <a:off x="414529" y="3749591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49" name="テキスト プレースホルダー 6"/>
          <p:cNvSpPr>
            <a:spLocks noGrp="1"/>
          </p:cNvSpPr>
          <p:nvPr>
            <p:ph type="body" sz="quarter" idx="24" hasCustomPrompt="1"/>
          </p:nvPr>
        </p:nvSpPr>
        <p:spPr>
          <a:xfrm>
            <a:off x="410200" y="4127413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0" name="正方形/長方形 49"/>
          <p:cNvSpPr/>
          <p:nvPr userDrawn="1"/>
        </p:nvSpPr>
        <p:spPr>
          <a:xfrm>
            <a:off x="614178" y="4078709"/>
            <a:ext cx="1620321" cy="360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54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1634800" y="2083478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5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1630471" y="1428886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56" name="正方形/長方形 55"/>
          <p:cNvSpPr/>
          <p:nvPr userDrawn="1"/>
        </p:nvSpPr>
        <p:spPr>
          <a:xfrm>
            <a:off x="1834449" y="2068257"/>
            <a:ext cx="1620321" cy="360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0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2890686" y="3493892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1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2886357" y="3871714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2" name="正方形/長方形 61"/>
          <p:cNvSpPr/>
          <p:nvPr userDrawn="1"/>
        </p:nvSpPr>
        <p:spPr>
          <a:xfrm>
            <a:off x="3090335" y="3823010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3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4106887" y="1855058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4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4102558" y="1200466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5" name="正方形/長方形 64"/>
          <p:cNvSpPr/>
          <p:nvPr userDrawn="1"/>
        </p:nvSpPr>
        <p:spPr>
          <a:xfrm>
            <a:off x="4306536" y="1839837"/>
            <a:ext cx="1620321" cy="3600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6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5349949" y="3224256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5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7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5345620" y="3602078"/>
            <a:ext cx="2028277" cy="61166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68" name="正方形/長方形 67"/>
          <p:cNvSpPr/>
          <p:nvPr userDrawn="1"/>
        </p:nvSpPr>
        <p:spPr>
          <a:xfrm>
            <a:off x="5549598" y="3553374"/>
            <a:ext cx="1620321" cy="36004"/>
          </a:xfrm>
          <a:prstGeom prst="rect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69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6573078" y="1584714"/>
            <a:ext cx="2019618" cy="360040"/>
          </a:xfrm>
        </p:spPr>
        <p:txBody>
          <a:bodyPr anchor="b">
            <a:noAutofit/>
          </a:bodyPr>
          <a:lstStyle>
            <a:lvl1pPr algn="ctr">
              <a:defRPr sz="1400" i="0" baseline="0">
                <a:solidFill>
                  <a:schemeClr val="accent6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0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6568749" y="930122"/>
            <a:ext cx="2028277" cy="611661"/>
          </a:xfrm>
        </p:spPr>
        <p:txBody>
          <a:bodyPr anchor="b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71" name="正方形/長方形 70"/>
          <p:cNvSpPr/>
          <p:nvPr userDrawn="1"/>
        </p:nvSpPr>
        <p:spPr>
          <a:xfrm>
            <a:off x="6772727" y="1569493"/>
            <a:ext cx="1620321" cy="36004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8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06728099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2" presetClass="entr" presetSubtype="1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750" fill="hold"/>
                                        <p:tgtEl>
                                          <p:spTgt spid="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75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3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4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5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7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9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1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3" presetID="2" presetClass="entr" presetSubtype="12" decel="10000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5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7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9" dur="1250"/>
                                        <p:tgtEl>
                                          <p:spTgt spid="7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0" fill="hold">
                            <p:stCondLst>
                              <p:cond delay="1750"/>
                            </p:stCondLst>
                            <p:childTnLst>
                              <p:par>
                                <p:cTn id="41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4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1" presetClass="entr" presetSubtype="1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47" dur="1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5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2" fill="hold">
                            <p:stCondLst>
                              <p:cond delay="3250"/>
                            </p:stCondLst>
                            <p:childTnLst>
                              <p:par>
                                <p:cTn id="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55" dur="500"/>
                                        <p:tgtEl>
                                          <p:spTgt spid="4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6" fill="hold">
                            <p:stCondLst>
                              <p:cond delay="3750"/>
                            </p:stCondLst>
                            <p:childTnLst>
                              <p:par>
                                <p:cTn id="57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1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63" dur="1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4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6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7" dur="500" fill="hold"/>
                                        <p:tgtEl>
                                          <p:spTgt spid="5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8" fill="hold">
                            <p:stCondLst>
                              <p:cond delay="5500"/>
                            </p:stCondLst>
                            <p:childTnLst>
                              <p:par>
                                <p:cTn id="69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1" dur="500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6000"/>
                            </p:stCondLst>
                            <p:childTnLst>
                              <p:par>
                                <p:cTn id="73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5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6" dur="5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7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79" dur="1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0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775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8" fill="hold">
                            <p:stCondLst>
                              <p:cond delay="8250"/>
                            </p:stCondLst>
                            <p:childTnLst>
                              <p:par>
                                <p:cTn id="89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2" dur="500" fill="hold"/>
                                        <p:tgtEl>
                                          <p:spTgt spid="6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3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95" dur="1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6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9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9" dur="500" fill="hold"/>
                                        <p:tgtEl>
                                          <p:spTgt spid="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0" fill="hold">
                            <p:stCondLst>
                              <p:cond delay="10000"/>
                            </p:stCondLst>
                            <p:childTnLst>
                              <p:par>
                                <p:cTn id="101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03" dur="500"/>
                                        <p:tgtEl>
                                          <p:spTgt spid="6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4" fill="hold">
                            <p:stCondLst>
                              <p:cond delay="10500"/>
                            </p:stCondLst>
                            <p:childTnLst>
                              <p:par>
                                <p:cTn id="105" presetID="2" presetClass="entr" presetSubtype="4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6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11" dur="1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2" presetID="2" presetClass="entr" presetSubtype="4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4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12250"/>
                            </p:stCondLst>
                            <p:childTnLst>
                              <p:par>
                                <p:cTn id="117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9" dur="500"/>
                                        <p:tgtEl>
                                          <p:spTgt spid="6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0" fill="hold">
                            <p:stCondLst>
                              <p:cond delay="12750"/>
                            </p:stCondLst>
                            <p:childTnLst>
                              <p:par>
                                <p:cTn id="121" presetID="2" presetClass="entr" presetSubtype="1" decel="100000" fill="hold" grpId="0" nodeType="after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6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1" presetClass="entr" presetSubtype="1" fill="hold" grpId="0" nodeType="withEffect">
                                  <p:stCondLst>
                                    <p:cond delay="25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heel(1)">
                                      <p:cBhvr>
                                        <p:cTn id="127" dur="1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2" presetClass="entr" presetSubtype="1" decel="100000" fill="hold" grpId="0" nodeType="withEffect">
                                  <p:stCondLst>
                                    <p:cond delay="35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0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32" fill="hold">
                            <p:stCondLst>
                              <p:cond delay="14500"/>
                            </p:stCondLst>
                            <p:childTnLst>
                              <p:par>
                                <p:cTn id="1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35" dur="500"/>
                                        <p:tgtEl>
                                          <p:spTgt spid="7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6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8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6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5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48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4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4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49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4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49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0" grpId="0" animBg="1"/>
      <p:bldP spid="54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54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5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6" grpId="0" animBg="1"/>
      <p:bldP spid="60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0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1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1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2" grpId="0" animBg="1"/>
      <p:bldP spid="63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5" grpId="0" animBg="1"/>
      <p:bldP spid="66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6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68" grpId="0" animBg="1"/>
      <p:bldP spid="69" grpId="0" build="p">
        <p:tmplLst>
          <p:tmpl lvl="1">
            <p:tnLst>
              <p:par>
                <p:cTn presetID="2" presetClass="entr" presetSubtype="1" decel="100000" fill="hold" nodeType="afterEffect">
                  <p:stCondLst>
                    <p:cond delay="25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6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6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0-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70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0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0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71" grpId="0" animBg="1"/>
      <p:bldP spid="38" grpId="0"/>
    </p:bldLst>
  </p:timing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1583408" y="771550"/>
            <a:ext cx="7165418" cy="252028"/>
          </a:xfrm>
        </p:spPr>
        <p:txBody>
          <a:bodyPr vert="horz" lIns="163275" tIns="81638" rIns="163275" bIns="81638" rtlCol="0">
            <a:normAutofit/>
          </a:bodyPr>
          <a:lstStyle>
            <a:lvl1pPr>
              <a:defRPr lang="ja-JP" altLang="en-US" i="1" dirty="0">
                <a:solidFill>
                  <a:schemeClr val="tx1">
                    <a:lumMod val="50000"/>
                    <a:lumOff val="50000"/>
                  </a:schemeClr>
                </a:solidFill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619415" y="699542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0" name="円/楕円 9"/>
          <p:cNvSpPr/>
          <p:nvPr userDrawn="1"/>
        </p:nvSpPr>
        <p:spPr>
          <a:xfrm>
            <a:off x="691128" y="1371430"/>
            <a:ext cx="1576536" cy="1576400"/>
          </a:xfrm>
          <a:prstGeom prst="ellipse">
            <a:avLst/>
          </a:prstGeom>
          <a:solidFill>
            <a:schemeClr val="accent1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図プレースホルダー 5"/>
          <p:cNvSpPr>
            <a:spLocks noGrp="1"/>
          </p:cNvSpPr>
          <p:nvPr>
            <p:ph type="pic" sz="quarter" idx="14" hasCustomPrompt="1"/>
          </p:nvPr>
        </p:nvSpPr>
        <p:spPr>
          <a:xfrm>
            <a:off x="677059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1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3" name="円/楕円 12"/>
          <p:cNvSpPr/>
          <p:nvPr userDrawn="1"/>
        </p:nvSpPr>
        <p:spPr>
          <a:xfrm>
            <a:off x="2769810" y="1371430"/>
            <a:ext cx="1576536" cy="1576400"/>
          </a:xfrm>
          <a:prstGeom prst="ellipse">
            <a:avLst/>
          </a:prstGeom>
          <a:solidFill>
            <a:schemeClr val="accent3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4" name="円/楕円 13"/>
          <p:cNvSpPr/>
          <p:nvPr userDrawn="1"/>
        </p:nvSpPr>
        <p:spPr>
          <a:xfrm>
            <a:off x="2687860" y="1309357"/>
            <a:ext cx="1576536" cy="1576400"/>
          </a:xfrm>
          <a:prstGeom prst="ellipse">
            <a:avLst/>
          </a:prstGeom>
          <a:solidFill>
            <a:schemeClr val="accent3">
              <a:lumMod val="60000"/>
              <a:lumOff val="4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5" name="図プレースホルダー 5"/>
          <p:cNvSpPr>
            <a:spLocks noGrp="1"/>
          </p:cNvSpPr>
          <p:nvPr>
            <p:ph type="pic" sz="quarter" idx="15" hasCustomPrompt="1"/>
          </p:nvPr>
        </p:nvSpPr>
        <p:spPr>
          <a:xfrm>
            <a:off x="2755741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3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6" name="円/楕円 15"/>
          <p:cNvSpPr/>
          <p:nvPr userDrawn="1"/>
        </p:nvSpPr>
        <p:spPr>
          <a:xfrm>
            <a:off x="4848492" y="1371430"/>
            <a:ext cx="1576536" cy="1576400"/>
          </a:xfrm>
          <a:prstGeom prst="ellipse">
            <a:avLst/>
          </a:prstGeom>
          <a:solidFill>
            <a:schemeClr val="accent2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7" name="円/楕円 16"/>
          <p:cNvSpPr/>
          <p:nvPr userDrawn="1"/>
        </p:nvSpPr>
        <p:spPr>
          <a:xfrm>
            <a:off x="4766542" y="1309357"/>
            <a:ext cx="1576536" cy="1576400"/>
          </a:xfrm>
          <a:prstGeom prst="ellipse">
            <a:avLst/>
          </a:prstGeom>
          <a:solidFill>
            <a:schemeClr val="accent2">
              <a:lumMod val="60000"/>
              <a:lumOff val="4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8" name="図プレースホルダー 5"/>
          <p:cNvSpPr>
            <a:spLocks noGrp="1"/>
          </p:cNvSpPr>
          <p:nvPr>
            <p:ph type="pic" sz="quarter" idx="16" hasCustomPrompt="1"/>
          </p:nvPr>
        </p:nvSpPr>
        <p:spPr>
          <a:xfrm>
            <a:off x="4834422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2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9" name="円/楕円 18"/>
          <p:cNvSpPr/>
          <p:nvPr userDrawn="1"/>
        </p:nvSpPr>
        <p:spPr>
          <a:xfrm>
            <a:off x="6927174" y="1371430"/>
            <a:ext cx="1576536" cy="1576400"/>
          </a:xfrm>
          <a:prstGeom prst="ellipse">
            <a:avLst/>
          </a:prstGeom>
          <a:solidFill>
            <a:schemeClr val="accent4">
              <a:lumMod val="75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0" name="円/楕円 19"/>
          <p:cNvSpPr/>
          <p:nvPr userDrawn="1"/>
        </p:nvSpPr>
        <p:spPr>
          <a:xfrm>
            <a:off x="6845224" y="1309357"/>
            <a:ext cx="1576536" cy="1576400"/>
          </a:xfrm>
          <a:prstGeom prst="ellipse">
            <a:avLst/>
          </a:prstGeom>
          <a:solidFill>
            <a:schemeClr val="accent4">
              <a:lumMod val="60000"/>
              <a:lumOff val="40000"/>
            </a:schemeClr>
          </a:solidFill>
          <a:ln w="12700">
            <a:noFill/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1" name="図プレースホルダー 5"/>
          <p:cNvSpPr>
            <a:spLocks noGrp="1"/>
          </p:cNvSpPr>
          <p:nvPr>
            <p:ph type="pic" sz="quarter" idx="17" hasCustomPrompt="1"/>
          </p:nvPr>
        </p:nvSpPr>
        <p:spPr>
          <a:xfrm>
            <a:off x="6913105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4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22" name="テキスト プレースホルダー 6"/>
          <p:cNvSpPr>
            <a:spLocks noGrp="1"/>
          </p:cNvSpPr>
          <p:nvPr>
            <p:ph type="body" sz="quarter" idx="21" hasCustomPrompt="1"/>
          </p:nvPr>
        </p:nvSpPr>
        <p:spPr>
          <a:xfrm>
            <a:off x="441440" y="2994068"/>
            <a:ext cx="1988988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3" name="テキスト プレースホルダー 6"/>
          <p:cNvSpPr>
            <a:spLocks noGrp="1"/>
          </p:cNvSpPr>
          <p:nvPr>
            <p:ph type="body" sz="quarter" idx="24" hasCustomPrompt="1"/>
          </p:nvPr>
        </p:nvSpPr>
        <p:spPr>
          <a:xfrm>
            <a:off x="517688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4" name="正方形/長方形 23"/>
          <p:cNvSpPr/>
          <p:nvPr userDrawn="1"/>
        </p:nvSpPr>
        <p:spPr>
          <a:xfrm>
            <a:off x="636527" y="3558929"/>
            <a:ext cx="1620321" cy="3600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5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2510377" y="2992897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6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2600360" y="3608423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7" name="正方形/長方形 26"/>
          <p:cNvSpPr/>
          <p:nvPr userDrawn="1"/>
        </p:nvSpPr>
        <p:spPr>
          <a:xfrm>
            <a:off x="2719199" y="3557756"/>
            <a:ext cx="1620321" cy="36004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28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4595649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9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4683032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0" name="正方形/長方形 29"/>
          <p:cNvSpPr/>
          <p:nvPr userDrawn="1"/>
        </p:nvSpPr>
        <p:spPr>
          <a:xfrm>
            <a:off x="4801872" y="3558929"/>
            <a:ext cx="1620321" cy="36004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1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6680922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2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6765705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3" name="正方形/長方形 32"/>
          <p:cNvSpPr/>
          <p:nvPr userDrawn="1"/>
        </p:nvSpPr>
        <p:spPr>
          <a:xfrm>
            <a:off x="6884544" y="3558929"/>
            <a:ext cx="1620321" cy="36004"/>
          </a:xfrm>
          <a:prstGeom prst="rect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34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516513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1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5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2599186" y="3241481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3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6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4681858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7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6764531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8" name="スライド番号プレースホルダー 3"/>
          <p:cNvSpPr>
            <a:spLocks noGrp="1"/>
          </p:cNvSpPr>
          <p:nvPr>
            <p:ph type="sldNum" sz="quarter" idx="11"/>
          </p:nvPr>
        </p:nvSpPr>
        <p:spPr>
          <a:xfrm>
            <a:off x="8576329" y="4716394"/>
            <a:ext cx="540107" cy="273844"/>
          </a:xfrm>
          <a:prstGeom prst="rect">
            <a:avLst/>
          </a:prstGeom>
        </p:spPr>
        <p:txBody>
          <a:bodyPr/>
          <a:lstStyle/>
          <a:p>
            <a:fld id="{E6459DFB-86F3-43FA-8567-2EA6E426AE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9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36895694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500"/>
                            </p:stCondLst>
                            <p:childTnLst>
                              <p:par>
                                <p:cTn id="13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7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2" dur="75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5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6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1450"/>
                            </p:stCondLst>
                            <p:childTnLst>
                              <p:par>
                                <p:cTn id="2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2" fill="hold">
                            <p:stCondLst>
                              <p:cond delay="1950"/>
                            </p:stCondLst>
                            <p:childTnLst>
                              <p:par>
                                <p:cTn id="3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5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6" fill="hold">
                            <p:stCondLst>
                              <p:cond delay="2450"/>
                            </p:stCondLst>
                            <p:childTnLst>
                              <p:par>
                                <p:cTn id="3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9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0" dur="500" fill="hold"/>
                                        <p:tgtEl>
                                          <p:spTgt spid="2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5" fill="hold">
                            <p:stCondLst>
                              <p:cond delay="3050"/>
                            </p:stCondLst>
                            <p:childTnLst>
                              <p:par>
                                <p:cTn id="4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8" dur="7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1" dur="7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1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9" presetID="2" presetClass="entr" presetSubtype="1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1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2" dur="750" fill="hold"/>
                                        <p:tgtEl>
                                          <p:spTgt spid="1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7" fill="hold">
                            <p:stCondLst>
                              <p:cond delay="4000"/>
                            </p:stCondLst>
                            <p:childTnLst>
                              <p:par>
                                <p:cTn id="6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4500"/>
                            </p:stCondLst>
                            <p:childTnLst>
                              <p:par>
                                <p:cTn id="7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75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6" fill="hold">
                            <p:stCondLst>
                              <p:cond delay="5000"/>
                            </p:stCondLst>
                            <p:childTnLst>
                              <p:par>
                                <p:cTn id="7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9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0" dur="500" fill="hold"/>
                                        <p:tgtEl>
                                          <p:spTgt spid="2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4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5" fill="hold">
                            <p:stCondLst>
                              <p:cond delay="5600"/>
                            </p:stCondLst>
                            <p:childTnLst>
                              <p:par>
                                <p:cTn id="8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8" dur="7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1" dur="7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5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75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1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750" fill="hold"/>
                                        <p:tgtEl>
                                          <p:spTgt spid="1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5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6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7" fill="hold">
                            <p:stCondLst>
                              <p:cond delay="6550"/>
                            </p:stCondLst>
                            <p:childTnLst>
                              <p:par>
                                <p:cTn id="10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0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2" fill="hold">
                            <p:stCondLst>
                              <p:cond delay="7050"/>
                            </p:stCondLst>
                            <p:childTnLst>
                              <p:par>
                                <p:cTn id="11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5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16" fill="hold">
                            <p:stCondLst>
                              <p:cond delay="7550"/>
                            </p:stCondLst>
                            <p:childTnLst>
                              <p:par>
                                <p:cTn id="11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3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5" fill="hold">
                            <p:stCondLst>
                              <p:cond delay="8150"/>
                            </p:stCondLst>
                            <p:childTnLst>
                              <p:par>
                                <p:cTn id="126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8" dur="7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9" presetID="10" presetClass="entr" presetSubtype="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1" dur="7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4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5" presetID="2" presetClass="entr" presetSubtype="1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7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8" dur="75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9" presetID="2" presetClass="entr" presetSubtype="1" decel="100000" fill="hold" grpId="1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1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2" dur="750" fill="hold"/>
                                        <p:tgtEl>
                                          <p:spTgt spid="2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3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5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6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7" fill="hold">
                            <p:stCondLst>
                              <p:cond delay="9100"/>
                            </p:stCondLst>
                            <p:childTnLst>
                              <p:par>
                                <p:cTn id="148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0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2" fill="hold">
                            <p:stCondLst>
                              <p:cond delay="9600"/>
                            </p:stCondLst>
                            <p:childTnLst>
                              <p:par>
                                <p:cTn id="153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55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56" fill="hold">
                            <p:stCondLst>
                              <p:cond delay="10100"/>
                            </p:stCondLst>
                            <p:childTnLst>
                              <p:par>
                                <p:cTn id="157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3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10" grpId="0" animBg="1"/>
      <p:bldP spid="10" grpId="1" animBg="1"/>
      <p:bldP spid="12" grpId="0" animBg="1"/>
      <p:bldP spid="12" grpId="1" animBg="1"/>
      <p:bldP spid="13" grpId="0" animBg="1"/>
      <p:bldP spid="13" grpId="1" animBg="1"/>
      <p:bldP spid="14" grpId="0" animBg="1"/>
      <p:bldP spid="14" grpId="1" animBg="1"/>
      <p:bldP spid="15" grpId="0" animBg="1"/>
      <p:bldP spid="15" grpId="1" animBg="1"/>
      <p:bldP spid="16" grpId="0" animBg="1"/>
      <p:bldP spid="16" grpId="1" animBg="1"/>
      <p:bldP spid="17" grpId="0" animBg="1"/>
      <p:bldP spid="17" grpId="1" animBg="1"/>
      <p:bldP spid="18" grpId="0" animBg="1"/>
      <p:bldP spid="18" grpId="1" animBg="1"/>
      <p:bldP spid="19" grpId="0" animBg="1"/>
      <p:bldP spid="19" grpId="1" animBg="1"/>
      <p:bldP spid="20" grpId="0" animBg="1"/>
      <p:bldP spid="20" grpId="1" animBg="1"/>
      <p:bldP spid="21" grpId="0" animBg="1"/>
      <p:bldP spid="21" grpId="1" animBg="1"/>
      <p:bldP spid="22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4" grpId="0" animBg="1"/>
      <p:bldP spid="25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6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7" grpId="0" animBg="1"/>
      <p:bldP spid="28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0" grpId="0" animBg="1"/>
      <p:bldP spid="31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2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3" grpId="0" animBg="1"/>
      <p:bldP spid="3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9" grpId="0"/>
    </p:bldLst>
  </p:timing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4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/>
          <p:cNvSpPr>
            <a:spLocks noGrp="1"/>
          </p:cNvSpPr>
          <p:nvPr>
            <p:ph type="title" hasCustomPrompt="1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/>
          <a:lstStyle/>
          <a:p>
            <a:r>
              <a:rPr kumimoji="1" lang="en-US" altLang="ja-JP" dirty="0"/>
              <a:t>Slide Title Goes Here</a:t>
            </a:r>
            <a:endParaRPr kumimoji="1" lang="ja-JP" altLang="en-US" dirty="0"/>
          </a:p>
        </p:txBody>
      </p:sp>
      <p:sp>
        <p:nvSpPr>
          <p:cNvPr id="7" name="テキスト プレースホルダー 6"/>
          <p:cNvSpPr>
            <a:spLocks noGrp="1"/>
          </p:cNvSpPr>
          <p:nvPr>
            <p:ph type="body" sz="quarter" idx="13" hasCustomPrompt="1"/>
          </p:nvPr>
        </p:nvSpPr>
        <p:spPr>
          <a:xfrm>
            <a:off x="1583408" y="771550"/>
            <a:ext cx="7165418" cy="252028"/>
          </a:xfrm>
        </p:spPr>
        <p:txBody>
          <a:bodyPr vert="horz" lIns="163275" tIns="81638" rIns="163275" bIns="81638" rtlCol="0">
            <a:normAutofit/>
          </a:bodyPr>
          <a:lstStyle>
            <a:lvl1pPr>
              <a:defRPr lang="ja-JP" altLang="en-US" i="1" dirty="0">
                <a:solidFill>
                  <a:schemeClr val="tx1">
                    <a:lumMod val="50000"/>
                    <a:lumOff val="50000"/>
                  </a:schemeClr>
                </a:solidFill>
                <a:cs typeface="Open Sans Light" panose="020B0306030504020204" pitchFamily="34" charset="0"/>
              </a:defRPr>
            </a:lvl1pPr>
          </a:lstStyle>
          <a:p>
            <a:pPr lvl="0"/>
            <a:r>
              <a:rPr kumimoji="1" lang="en-US" altLang="ja-JP" dirty="0"/>
              <a:t>Short description goes here</a:t>
            </a:r>
            <a:endParaRPr kumimoji="1" lang="ja-JP" altLang="en-US" dirty="0"/>
          </a:p>
        </p:txBody>
      </p:sp>
      <p:sp>
        <p:nvSpPr>
          <p:cNvPr id="8" name="正方形/長方形 7"/>
          <p:cNvSpPr/>
          <p:nvPr userDrawn="1"/>
        </p:nvSpPr>
        <p:spPr>
          <a:xfrm>
            <a:off x="1619415" y="699542"/>
            <a:ext cx="1620321" cy="36004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sz="900"/>
          </a:p>
        </p:txBody>
      </p:sp>
      <p:sp>
        <p:nvSpPr>
          <p:cNvPr id="12" name="図プレースホルダー 5"/>
          <p:cNvSpPr>
            <a:spLocks noGrp="1"/>
          </p:cNvSpPr>
          <p:nvPr>
            <p:ph type="pic" sz="quarter" idx="14" hasCustomPrompt="1"/>
          </p:nvPr>
        </p:nvSpPr>
        <p:spPr>
          <a:xfrm>
            <a:off x="670099" y="1331787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1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5" name="図プレースホルダー 5"/>
          <p:cNvSpPr>
            <a:spLocks noGrp="1"/>
          </p:cNvSpPr>
          <p:nvPr>
            <p:ph type="pic" sz="quarter" idx="15" hasCustomPrompt="1"/>
          </p:nvPr>
        </p:nvSpPr>
        <p:spPr>
          <a:xfrm>
            <a:off x="2755741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3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18" name="図プレースホルダー 5"/>
          <p:cNvSpPr>
            <a:spLocks noGrp="1"/>
          </p:cNvSpPr>
          <p:nvPr>
            <p:ph type="pic" sz="quarter" idx="16" hasCustomPrompt="1"/>
          </p:nvPr>
        </p:nvSpPr>
        <p:spPr>
          <a:xfrm>
            <a:off x="4834422" y="135032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2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21" name="図プレースホルダー 5"/>
          <p:cNvSpPr>
            <a:spLocks noGrp="1"/>
          </p:cNvSpPr>
          <p:nvPr>
            <p:ph type="pic" sz="quarter" idx="17" hasCustomPrompt="1"/>
          </p:nvPr>
        </p:nvSpPr>
        <p:spPr>
          <a:xfrm>
            <a:off x="6918402" y="1331788"/>
            <a:ext cx="1531669" cy="1531537"/>
          </a:xfrm>
          <a:prstGeom prst="ellipse">
            <a:avLst/>
          </a:prstGeom>
          <a:solidFill>
            <a:schemeClr val="bg1"/>
          </a:solidFill>
          <a:ln w="28575" cmpd="sng">
            <a:solidFill>
              <a:schemeClr val="accent4"/>
            </a:solidFill>
          </a:ln>
          <a:effectLst/>
        </p:spPr>
        <p:txBody>
          <a:bodyPr>
            <a:normAutofit/>
          </a:bodyPr>
          <a:lstStyle>
            <a:lvl1pPr>
              <a:defRPr sz="900" baseline="0"/>
            </a:lvl1pPr>
          </a:lstStyle>
          <a:p>
            <a:r>
              <a:rPr kumimoji="1" lang="en-US" altLang="ja-JP" dirty="0"/>
              <a:t>Add an image</a:t>
            </a:r>
            <a:endParaRPr kumimoji="1" lang="ja-JP" altLang="en-US" dirty="0"/>
          </a:p>
        </p:txBody>
      </p:sp>
      <p:sp>
        <p:nvSpPr>
          <p:cNvPr id="22" name="テキスト プレースホルダー 6"/>
          <p:cNvSpPr>
            <a:spLocks noGrp="1"/>
          </p:cNvSpPr>
          <p:nvPr>
            <p:ph type="body" sz="quarter" idx="21" hasCustomPrompt="1"/>
          </p:nvPr>
        </p:nvSpPr>
        <p:spPr>
          <a:xfrm>
            <a:off x="441440" y="2994068"/>
            <a:ext cx="1988988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1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3" name="テキスト プレースホルダー 6"/>
          <p:cNvSpPr>
            <a:spLocks noGrp="1"/>
          </p:cNvSpPr>
          <p:nvPr>
            <p:ph type="body" sz="quarter" idx="24" hasCustomPrompt="1"/>
          </p:nvPr>
        </p:nvSpPr>
        <p:spPr>
          <a:xfrm>
            <a:off x="517688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5" name="テキスト プレースホルダー 6"/>
          <p:cNvSpPr>
            <a:spLocks noGrp="1"/>
          </p:cNvSpPr>
          <p:nvPr>
            <p:ph type="body" sz="quarter" idx="25" hasCustomPrompt="1"/>
          </p:nvPr>
        </p:nvSpPr>
        <p:spPr>
          <a:xfrm>
            <a:off x="2510377" y="2992897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3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6" name="テキスト プレースホルダー 6"/>
          <p:cNvSpPr>
            <a:spLocks noGrp="1"/>
          </p:cNvSpPr>
          <p:nvPr>
            <p:ph type="body" sz="quarter" idx="26" hasCustomPrompt="1"/>
          </p:nvPr>
        </p:nvSpPr>
        <p:spPr>
          <a:xfrm>
            <a:off x="2600360" y="3608423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8" name="テキスト プレースホルダー 6"/>
          <p:cNvSpPr>
            <a:spLocks noGrp="1"/>
          </p:cNvSpPr>
          <p:nvPr>
            <p:ph type="body" sz="quarter" idx="27" hasCustomPrompt="1"/>
          </p:nvPr>
        </p:nvSpPr>
        <p:spPr>
          <a:xfrm>
            <a:off x="4595649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2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29" name="テキスト プレースホルダー 6"/>
          <p:cNvSpPr>
            <a:spLocks noGrp="1"/>
          </p:cNvSpPr>
          <p:nvPr>
            <p:ph type="body" sz="quarter" idx="28" hasCustomPrompt="1"/>
          </p:nvPr>
        </p:nvSpPr>
        <p:spPr>
          <a:xfrm>
            <a:off x="4683032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1" name="テキスト プレースホルダー 6"/>
          <p:cNvSpPr>
            <a:spLocks noGrp="1"/>
          </p:cNvSpPr>
          <p:nvPr>
            <p:ph type="body" sz="quarter" idx="29" hasCustomPrompt="1"/>
          </p:nvPr>
        </p:nvSpPr>
        <p:spPr>
          <a:xfrm>
            <a:off x="6680922" y="2994068"/>
            <a:ext cx="2006630" cy="360040"/>
          </a:xfrm>
        </p:spPr>
        <p:txBody>
          <a:bodyPr anchor="t">
            <a:noAutofit/>
          </a:bodyPr>
          <a:lstStyle>
            <a:lvl1pPr algn="ctr">
              <a:defRPr sz="1400" i="0" baseline="0">
                <a:solidFill>
                  <a:schemeClr val="accent4"/>
                </a:solidFill>
                <a:latin typeface="Route 159 SemiBold" pitchFamily="50" charset="0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2" name="テキスト プレースホルダー 6"/>
          <p:cNvSpPr>
            <a:spLocks noGrp="1"/>
          </p:cNvSpPr>
          <p:nvPr>
            <p:ph type="body" sz="quarter" idx="30" hasCustomPrompt="1"/>
          </p:nvPr>
        </p:nvSpPr>
        <p:spPr>
          <a:xfrm>
            <a:off x="6765705" y="3609595"/>
            <a:ext cx="1858000" cy="821731"/>
          </a:xfrm>
        </p:spPr>
        <p:txBody>
          <a:bodyPr anchor="t">
            <a:noAutofit/>
          </a:bodyPr>
          <a:lstStyle>
            <a:lvl1pPr algn="ctr">
              <a:defRPr sz="900" i="0" baseline="0">
                <a:solidFill>
                  <a:schemeClr val="tx2"/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4" name="テキスト プレースホルダー 6"/>
          <p:cNvSpPr>
            <a:spLocks noGrp="1"/>
          </p:cNvSpPr>
          <p:nvPr>
            <p:ph type="body" sz="quarter" idx="31" hasCustomPrompt="1"/>
          </p:nvPr>
        </p:nvSpPr>
        <p:spPr>
          <a:xfrm>
            <a:off x="516513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1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5" name="テキスト プレースホルダー 6"/>
          <p:cNvSpPr>
            <a:spLocks noGrp="1"/>
          </p:cNvSpPr>
          <p:nvPr>
            <p:ph type="body" sz="quarter" idx="32" hasCustomPrompt="1"/>
          </p:nvPr>
        </p:nvSpPr>
        <p:spPr>
          <a:xfrm>
            <a:off x="2599186" y="3241481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3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6" name="テキスト プレースホルダー 6"/>
          <p:cNvSpPr>
            <a:spLocks noGrp="1"/>
          </p:cNvSpPr>
          <p:nvPr>
            <p:ph type="body" sz="quarter" idx="33" hasCustomPrompt="1"/>
          </p:nvPr>
        </p:nvSpPr>
        <p:spPr>
          <a:xfrm>
            <a:off x="4681858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2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7" name="テキスト プレースホルダー 6"/>
          <p:cNvSpPr>
            <a:spLocks noGrp="1"/>
          </p:cNvSpPr>
          <p:nvPr>
            <p:ph type="body" sz="quarter" idx="34" hasCustomPrompt="1"/>
          </p:nvPr>
        </p:nvSpPr>
        <p:spPr>
          <a:xfrm>
            <a:off x="6764531" y="3242653"/>
            <a:ext cx="1858000" cy="286968"/>
          </a:xfrm>
        </p:spPr>
        <p:txBody>
          <a:bodyPr anchor="t">
            <a:noAutofit/>
          </a:bodyPr>
          <a:lstStyle>
            <a:lvl1pPr algn="ctr">
              <a:defRPr sz="900" i="1" baseline="0">
                <a:solidFill>
                  <a:schemeClr val="accent4">
                    <a:lumMod val="50000"/>
                  </a:schemeClr>
                </a:solidFill>
                <a:latin typeface="+mn-lt"/>
              </a:defRPr>
            </a:lvl1pPr>
          </a:lstStyle>
          <a:p>
            <a:pPr lvl="0"/>
            <a:r>
              <a:rPr kumimoji="1" lang="en-US" altLang="ja-JP" dirty="0"/>
              <a:t>Text goes here</a:t>
            </a:r>
            <a:endParaRPr kumimoji="1" lang="ja-JP" altLang="en-US" dirty="0"/>
          </a:p>
        </p:txBody>
      </p:sp>
      <p:sp>
        <p:nvSpPr>
          <p:cNvPr id="38" name="スライド番号プレースホルダー 3"/>
          <p:cNvSpPr>
            <a:spLocks noGrp="1"/>
          </p:cNvSpPr>
          <p:nvPr>
            <p:ph type="sldNum" sz="quarter" idx="11"/>
          </p:nvPr>
        </p:nvSpPr>
        <p:spPr>
          <a:xfrm>
            <a:off x="8576329" y="4716394"/>
            <a:ext cx="540107" cy="273844"/>
          </a:xfrm>
          <a:prstGeom prst="rect">
            <a:avLst/>
          </a:prstGeom>
        </p:spPr>
        <p:txBody>
          <a:bodyPr/>
          <a:lstStyle/>
          <a:p>
            <a:fld id="{E6459DFB-86F3-43FA-8567-2EA6E426AE90}" type="slidenum">
              <a:rPr lang="ja-JP" altLang="en-US" smtClean="0"/>
              <a:pPr/>
              <a:t>‹#›</a:t>
            </a:fld>
            <a:endParaRPr lang="ja-JP" altLang="en-US"/>
          </a:p>
        </p:txBody>
      </p:sp>
      <p:sp>
        <p:nvSpPr>
          <p:cNvPr id="39" name="フッター プレースホルダー 4"/>
          <p:cNvSpPr>
            <a:spLocks noGrp="1"/>
          </p:cNvSpPr>
          <p:nvPr>
            <p:ph type="ftr" sz="quarter" idx="3"/>
          </p:nvPr>
        </p:nvSpPr>
        <p:spPr>
          <a:xfrm>
            <a:off x="10507991" y="9463858"/>
            <a:ext cx="5790697" cy="547688"/>
          </a:xfrm>
          <a:prstGeom prst="rect">
            <a:avLst/>
          </a:prstGeom>
        </p:spPr>
        <p:txBody>
          <a:bodyPr vert="horz" lIns="163275" tIns="81638" rIns="163275" bIns="81638" rtlCol="0" anchor="ctr"/>
          <a:lstStyle>
            <a:defPPr>
              <a:defRPr lang="ja-JP"/>
            </a:defPPr>
            <a:lvl1pPr marL="0" algn="r" defTabSz="1632753" rtl="0" eaLnBrk="1" latinLnBrk="0" hangingPunct="1">
              <a:defRPr kumimoji="1" sz="2000" kern="1200">
                <a:solidFill>
                  <a:schemeClr val="tx1">
                    <a:tint val="75000"/>
                  </a:schemeClr>
                </a:solidFill>
                <a:latin typeface="+mj-lt"/>
                <a:ea typeface="+mn-ea"/>
                <a:cs typeface="+mn-cs"/>
              </a:defRPr>
            </a:lvl1pPr>
            <a:lvl2pPr marL="816376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632753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449129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265505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081882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4898258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5714634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6531011" algn="l" defTabSz="1632753" rtl="0" eaLnBrk="1" latinLnBrk="0" hangingPunct="1">
              <a:defRPr kumimoji="1" sz="3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ja-JP"/>
              <a:t>ESCUELA POLITÉCNICA NACIONAL | Jonathan A. Zea</a:t>
            </a:r>
            <a:endParaRPr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282984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2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w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y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2" presetClass="entr" presetSubtype="8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11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7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" dur="750" fill="hold"/>
                                        <p:tgtEl>
                                          <p:spTgt spid="1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9" fill="hold">
                            <p:stCondLst>
                              <p:cond delay="950"/>
                            </p:stCondLst>
                            <p:childTnLst>
                              <p:par>
                                <p:cTn id="2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2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3" dur="500" fill="hold"/>
                                        <p:tgtEl>
                                          <p:spTgt spid="2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4" fill="hold">
                            <p:stCondLst>
                              <p:cond delay="1450"/>
                            </p:stCondLst>
                            <p:childTnLst>
                              <p:par>
                                <p:cTn id="2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27" dur="500"/>
                                        <p:tgtEl>
                                          <p:spTgt spid="3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0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1" dur="500" fill="hold"/>
                                        <p:tgtEl>
                                          <p:spTgt spid="2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7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37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8" dur="750" fill="hold"/>
                                        <p:tgtEl>
                                          <p:spTgt spid="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9" fill="hold">
                            <p:stCondLst>
                              <p:cond delay="2400"/>
                            </p:stCondLst>
                            <p:childTnLst>
                              <p:par>
                                <p:cTn id="4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2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44" fill="hold">
                            <p:stCondLst>
                              <p:cond delay="2900"/>
                            </p:stCondLst>
                            <p:childTnLst>
                              <p:par>
                                <p:cTn id="4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47" dur="500"/>
                                        <p:tgtEl>
                                          <p:spTgt spid="3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0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4" dur="7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7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8" dur="75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59" fill="hold">
                            <p:stCondLst>
                              <p:cond delay="3850"/>
                            </p:stCondLst>
                            <p:childTnLst>
                              <p:par>
                                <p:cTn id="6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2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3" dur="5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64" fill="hold">
                            <p:stCondLst>
                              <p:cond delay="4350"/>
                            </p:stCondLst>
                            <p:childTnLst>
                              <p:par>
                                <p:cTn id="6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67" dur="500"/>
                                        <p:tgtEl>
                                          <p:spTgt spid="3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6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1" dur="5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2" presetID="10" presetClass="entr" presetSubtype="0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4" dur="7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5" presetID="2" presetClass="entr" presetSubtype="1" decel="100000" fill="hold" grpId="1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750" fill="hold"/>
                                        <p:tgtEl>
                                          <p:spTgt spid="2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0-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9" fill="hold">
                            <p:stCondLst>
                              <p:cond delay="5300"/>
                            </p:stCondLst>
                            <p:childTnLst>
                              <p:par>
                                <p:cTn id="80" presetID="2" presetClass="entr" presetSubtype="4" decel="10000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3" dur="500" fill="hold"/>
                                        <p:tgtEl>
                                          <p:spTgt spid="3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4" fill="hold">
                            <p:stCondLst>
                              <p:cond delay="5800"/>
                            </p:stCondLst>
                            <p:childTnLst>
                              <p:par>
                                <p:cTn id="85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87" dur="500"/>
                                        <p:tgtEl>
                                          <p:spTgt spid="3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2" presetClass="entr" presetSubtype="4" decel="100000" fill="hold" grpId="0" nodeType="withEffect">
                                  <p:stCondLst>
                                    <p:cond delay="10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1" dur="500" fill="hold"/>
                                        <p:tgtEl>
                                          <p:spTgt spid="3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2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childTnLst>
                                    <p:set>
                                      <p:cBhvr>
                                        <p:cTn id="9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4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build="p">
        <p:tmplLst>
          <p:tmpl lvl="1">
            <p:tnLst>
              <p:par>
                <p:cTn presetID="22" presetClass="entr" presetSubtype="8" fill="hold" nodeType="with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8" grpId="0" animBg="1"/>
      <p:bldP spid="12" grpId="0" animBg="1"/>
      <p:bldP spid="12" grpId="1" animBg="1"/>
      <p:bldP spid="15" grpId="0" animBg="1"/>
      <p:bldP spid="15" grpId="1" animBg="1"/>
      <p:bldP spid="18" grpId="0" animBg="1"/>
      <p:bldP spid="18" grpId="1" animBg="1"/>
      <p:bldP spid="21" grpId="0" animBg="1"/>
      <p:bldP spid="21" grpId="1" animBg="1"/>
      <p:bldP spid="22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3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3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3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5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5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6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6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8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8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29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1" grpId="0" build="p">
        <p:tmplLst>
          <p:tmpl lvl="1">
            <p:tnLst>
              <p:par>
                <p:cTn presetID="2" presetClass="entr" presetSubtype="4" decel="100000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1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1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2" grpId="0" build="p">
        <p:tmplLst>
          <p:tmpl lvl="1">
            <p:tnLst>
              <p:par>
                <p:cTn presetID="2" presetClass="entr" presetSubtype="4" decel="100000" fill="hold" nodeType="withEffect">
                  <p:stCondLst>
                    <p:cond delay="1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2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ppt_x</p:attrName>
                        </p:attrNameLst>
                      </p:cBhvr>
                      <p:tavLst>
                        <p:tav tm="0">
                          <p:val>
                            <p:strVal val="#ppt_x"/>
                          </p:val>
                        </p:tav>
                        <p:tav tm="100000">
                          <p:val>
                            <p:strVal val="#ppt_x"/>
                          </p:val>
                        </p:tav>
                      </p:tavLst>
                    </p:anim>
                    <p:anim calcmode="lin" valueType="num">
                      <p:cBhvr additive="base">
                        <p:cTn dur="500" fill="hold"/>
                        <p:tgtEl>
                          <p:spTgt spid="32"/>
                        </p:tgtEl>
                        <p:attrNameLst>
                          <p:attrName>ppt_y</p:attrName>
                        </p:attrNameLst>
                      </p:cBhvr>
                      <p:tavLst>
                        <p:tav tm="0">
                          <p:val>
                            <p:strVal val="1+#ppt_h/2"/>
                          </p:val>
                        </p:tav>
                        <p:tav tm="100000">
                          <p:val>
                            <p:strVal val="#ppt_y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34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5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5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6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6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6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7" grpId="0" build="p">
        <p:tmplLst>
          <p:tmpl lvl="1">
            <p:tnLst>
              <p:par>
                <p:cTn presetID="22" presetClass="entr" presetSubtype="8" fill="hold" nodeType="afterEffect">
                  <p:stCondLst>
                    <p:cond delay="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37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Effect transition="in" filter="wipe(left)">
                      <p:cBhvr>
                        <p:cTn dur="500"/>
                        <p:tgtEl>
                          <p:spTgt spid="37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39" grpId="0"/>
    </p:bldLst>
  </p:timing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E5C704C-62F1-CD41-AB17-1D9C53A61B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592665" y="178045"/>
            <a:ext cx="6087207" cy="45654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66720555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Topic</a:t>
            </a:r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28650" y="1369219"/>
            <a:ext cx="3346720" cy="295751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65989811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2608574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image" Target="../media/image1.emf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image" Target="../media/image2.png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13" Type="http://schemas.openxmlformats.org/officeDocument/2006/relationships/slideLayout" Target="../slideLayouts/slideLayout37.xml"/><Relationship Id="rId18" Type="http://schemas.openxmlformats.org/officeDocument/2006/relationships/slideLayout" Target="../slideLayouts/slideLayout42.xml"/><Relationship Id="rId3" Type="http://schemas.openxmlformats.org/officeDocument/2006/relationships/slideLayout" Target="../slideLayouts/slideLayout27.xml"/><Relationship Id="rId21" Type="http://schemas.openxmlformats.org/officeDocument/2006/relationships/theme" Target="../theme/theme2.xml"/><Relationship Id="rId7" Type="http://schemas.openxmlformats.org/officeDocument/2006/relationships/slideLayout" Target="../slideLayouts/slideLayout31.xml"/><Relationship Id="rId12" Type="http://schemas.openxmlformats.org/officeDocument/2006/relationships/slideLayout" Target="../slideLayouts/slideLayout36.xml"/><Relationship Id="rId17" Type="http://schemas.openxmlformats.org/officeDocument/2006/relationships/slideLayout" Target="../slideLayouts/slideLayout41.xml"/><Relationship Id="rId2" Type="http://schemas.openxmlformats.org/officeDocument/2006/relationships/slideLayout" Target="../slideLayouts/slideLayout26.xml"/><Relationship Id="rId16" Type="http://schemas.openxmlformats.org/officeDocument/2006/relationships/slideLayout" Target="../slideLayouts/slideLayout40.xml"/><Relationship Id="rId20" Type="http://schemas.openxmlformats.org/officeDocument/2006/relationships/slideLayout" Target="../slideLayouts/slideLayout44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11" Type="http://schemas.openxmlformats.org/officeDocument/2006/relationships/slideLayout" Target="../slideLayouts/slideLayout35.xml"/><Relationship Id="rId5" Type="http://schemas.openxmlformats.org/officeDocument/2006/relationships/slideLayout" Target="../slideLayouts/slideLayout29.xml"/><Relationship Id="rId15" Type="http://schemas.openxmlformats.org/officeDocument/2006/relationships/slideLayout" Target="../slideLayouts/slideLayout39.xml"/><Relationship Id="rId23" Type="http://schemas.openxmlformats.org/officeDocument/2006/relationships/image" Target="../media/image2.png"/><Relationship Id="rId10" Type="http://schemas.openxmlformats.org/officeDocument/2006/relationships/slideLayout" Target="../slideLayouts/slideLayout34.xml"/><Relationship Id="rId19" Type="http://schemas.openxmlformats.org/officeDocument/2006/relationships/slideLayout" Target="../slideLayouts/slideLayout43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Relationship Id="rId14" Type="http://schemas.openxmlformats.org/officeDocument/2006/relationships/slideLayout" Target="../slideLayouts/slideLayout38.xml"/><Relationship Id="rId22" Type="http://schemas.openxmlformats.org/officeDocument/2006/relationships/image" Target="../media/image1.emf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theme" Target="../theme/theme3.xml"/><Relationship Id="rId2" Type="http://schemas.openxmlformats.org/officeDocument/2006/relationships/slideLayout" Target="../slideLayouts/slideLayout46.xml"/><Relationship Id="rId1" Type="http://schemas.openxmlformats.org/officeDocument/2006/relationships/slideLayout" Target="../slideLayouts/slideLayout45.xml"/><Relationship Id="rId6" Type="http://schemas.openxmlformats.org/officeDocument/2006/relationships/image" Target="../media/image7.png"/><Relationship Id="rId5" Type="http://schemas.openxmlformats.org/officeDocument/2006/relationships/image" Target="../media/image1.emf"/><Relationship Id="rId4" Type="http://schemas.openxmlformats.org/officeDocument/2006/relationships/image" Target="../media/image6.emf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A2B630-0D2B-0947-A6F6-98AE6C18E2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6"/>
          <a:srcRect b="22282"/>
          <a:stretch/>
        </p:blipFill>
        <p:spPr>
          <a:xfrm>
            <a:off x="0" y="4723626"/>
            <a:ext cx="9144000" cy="434622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dirty="0"/>
              <a:t>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0716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90E3CF2-90CB-9740-98F8-038213F2F7AA}"/>
              </a:ext>
            </a:extLst>
          </p:cNvPr>
          <p:cNvSpPr txBox="1">
            <a:spLocks/>
          </p:cNvSpPr>
          <p:nvPr userDrawn="1"/>
        </p:nvSpPr>
        <p:spPr>
          <a:xfrm>
            <a:off x="628648" y="4723626"/>
            <a:ext cx="6526691" cy="435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66A1"/>
              </a:buClr>
              <a:buFont typeface="LucidaGrande" charset="0"/>
              <a:buNone/>
              <a:defRPr sz="2100" b="1" i="1" kern="1200">
                <a:solidFill>
                  <a:schemeClr val="tx1">
                    <a:lumMod val="50000"/>
                    <a:lumOff val="50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LucidaGrande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Wingdings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Courier New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solidFill>
                  <a:schemeClr val="bg1"/>
                </a:solidFill>
              </a:rPr>
              <a:t>Jonathan A. Zea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FC662-B1F0-41CB-BEB5-665E9AD258DA}"/>
              </a:ext>
            </a:extLst>
          </p:cNvPr>
          <p:cNvGrpSpPr/>
          <p:nvPr userDrawn="1"/>
        </p:nvGrpSpPr>
        <p:grpSpPr>
          <a:xfrm>
            <a:off x="7341258" y="4685343"/>
            <a:ext cx="1764642" cy="530406"/>
            <a:chOff x="7341258" y="4685343"/>
            <a:chExt cx="1764642" cy="530406"/>
          </a:xfrm>
        </p:grpSpPr>
        <p:pic>
          <p:nvPicPr>
            <p:cNvPr id="13" name="Picture 12" descr="Graphical user interface, text&#10;&#10;Description automatically generated with medium confidence">
              <a:extLst>
                <a:ext uri="{FF2B5EF4-FFF2-40B4-BE49-F238E27FC236}">
                  <a16:creationId xmlns:a16="http://schemas.microsoft.com/office/drawing/2014/main" id="{D80F76D6-E7D9-4F1A-B103-43995C81A2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>
              <a:biLevel thresh="25000"/>
            </a:blip>
            <a:srcRect l="26854"/>
            <a:stretch/>
          </p:blipFill>
          <p:spPr>
            <a:xfrm>
              <a:off x="7718048" y="4685343"/>
              <a:ext cx="1387852" cy="530406"/>
            </a:xfrm>
            <a:prstGeom prst="rect">
              <a:avLst/>
            </a:prstGeom>
          </p:spPr>
        </p:pic>
        <p:pic>
          <p:nvPicPr>
            <p:cNvPr id="14" name="Picture 13" descr="Graphical user interface, text&#10;&#10;Description automatically generated with medium confidence">
              <a:extLst>
                <a:ext uri="{FF2B5EF4-FFF2-40B4-BE49-F238E27FC236}">
                  <a16:creationId xmlns:a16="http://schemas.microsoft.com/office/drawing/2014/main" id="{3EE17B30-CC81-4757-8D8D-F4E00F81D6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7"/>
            <a:srcRect r="72691"/>
            <a:stretch/>
          </p:blipFill>
          <p:spPr>
            <a:xfrm>
              <a:off x="7341258" y="4757699"/>
              <a:ext cx="376790" cy="385695"/>
            </a:xfrm>
            <a:prstGeom prst="rect">
              <a:avLst/>
            </a:prstGeom>
          </p:spPr>
        </p:pic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3788896A-593E-4CA7-AE03-B9D926B4CF68}"/>
              </a:ext>
            </a:extLst>
          </p:cNvPr>
          <p:cNvSpPr txBox="1"/>
          <p:nvPr userDrawn="1"/>
        </p:nvSpPr>
        <p:spPr>
          <a:xfrm>
            <a:off x="151357" y="4842824"/>
            <a:ext cx="3064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294F834-4E36-46CF-A633-4B5D9B93D858}" type="slidenum">
              <a:rPr lang="es-EC" sz="800" dirty="0" smtClean="0">
                <a:solidFill>
                  <a:schemeClr val="bg1"/>
                </a:solidFill>
              </a:rPr>
              <a:t>‹#›</a:t>
            </a:fld>
            <a:endParaRPr lang="es-EC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032605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4" r:id="rId1"/>
    <p:sldLayoutId id="2147483715" r:id="rId2"/>
    <p:sldLayoutId id="2147483716" r:id="rId3"/>
    <p:sldLayoutId id="2147483717" r:id="rId4"/>
    <p:sldLayoutId id="2147483718" r:id="rId5"/>
    <p:sldLayoutId id="2147483735" r:id="rId6"/>
    <p:sldLayoutId id="2147483737" r:id="rId7"/>
    <p:sldLayoutId id="2147483719" r:id="rId8"/>
    <p:sldLayoutId id="2147483734" r:id="rId9"/>
    <p:sldLayoutId id="2147483736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  <p:sldLayoutId id="2147483728" r:id="rId19"/>
    <p:sldLayoutId id="2147483729" r:id="rId20"/>
    <p:sldLayoutId id="2147483730" r:id="rId21"/>
    <p:sldLayoutId id="2147483731" r:id="rId22"/>
    <p:sldLayoutId id="2147483732" r:id="rId23"/>
    <p:sldLayoutId id="2147483733" r:id="rId24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>
          <a:solidFill>
            <a:schemeClr val="accent1">
              <a:lumMod val="75000"/>
            </a:schemeClr>
          </a:solidFill>
          <a:latin typeface="Calibri" charset="0"/>
          <a:ea typeface="Calibri" charset="0"/>
          <a:cs typeface="Calibri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rgbClr val="0066A1"/>
        </a:buClr>
        <a:buFont typeface="LucidaGrande" charset="0"/>
        <a:buChar char="▸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LucidaGrande" charset="0"/>
        <a:buChar char="-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Wingdings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Courier New" charset="0"/>
        <a:buChar char="o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EFA2B630-0D2B-0947-A6F6-98AE6C18E2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2"/>
          <a:srcRect b="22282"/>
          <a:stretch/>
        </p:blipFill>
        <p:spPr>
          <a:xfrm>
            <a:off x="0" y="4723626"/>
            <a:ext cx="9144000" cy="434622"/>
          </a:xfrm>
          <a:prstGeom prst="rect">
            <a:avLst/>
          </a:prstGeom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2A8EC2D-3157-DA4D-B40F-A249D70D963D}"/>
              </a:ext>
            </a:extLst>
          </p:cNvPr>
          <p:cNvSpPr/>
          <p:nvPr userDrawn="1"/>
        </p:nvSpPr>
        <p:spPr>
          <a:xfrm>
            <a:off x="-1" y="-14748"/>
            <a:ext cx="9144001" cy="532995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564948" y="32824"/>
            <a:ext cx="7886700" cy="4150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r>
              <a:rPr lang="en-US" dirty="0"/>
              <a:t>Topic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071619"/>
            <a:ext cx="7886700" cy="326350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90E3CF2-90CB-9740-98F8-038213F2F7AA}"/>
              </a:ext>
            </a:extLst>
          </p:cNvPr>
          <p:cNvSpPr txBox="1">
            <a:spLocks/>
          </p:cNvSpPr>
          <p:nvPr userDrawn="1"/>
        </p:nvSpPr>
        <p:spPr>
          <a:xfrm>
            <a:off x="628648" y="4723626"/>
            <a:ext cx="6526691" cy="43554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66A1"/>
              </a:buClr>
              <a:buFont typeface="LucidaGrande" charset="0"/>
              <a:buNone/>
              <a:defRPr sz="2100" b="1" i="1" kern="1200">
                <a:solidFill>
                  <a:schemeClr val="tx1">
                    <a:lumMod val="50000"/>
                    <a:lumOff val="50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LucidaGrande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Wingdings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Courier New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0" i="0" dirty="0">
                <a:solidFill>
                  <a:schemeClr val="bg1"/>
                </a:solidFill>
              </a:rPr>
              <a:t>Jonathan A. Zea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D77FC662-B1F0-41CB-BEB5-665E9AD258DA}"/>
              </a:ext>
            </a:extLst>
          </p:cNvPr>
          <p:cNvGrpSpPr/>
          <p:nvPr userDrawn="1"/>
        </p:nvGrpSpPr>
        <p:grpSpPr>
          <a:xfrm>
            <a:off x="7341258" y="4685343"/>
            <a:ext cx="1764642" cy="530406"/>
            <a:chOff x="7341258" y="4685343"/>
            <a:chExt cx="1764642" cy="530406"/>
          </a:xfrm>
        </p:grpSpPr>
        <p:pic>
          <p:nvPicPr>
            <p:cNvPr id="13" name="Picture 12" descr="Graphical user interface, text&#10;&#10;Description automatically generated with medium confidence">
              <a:extLst>
                <a:ext uri="{FF2B5EF4-FFF2-40B4-BE49-F238E27FC236}">
                  <a16:creationId xmlns:a16="http://schemas.microsoft.com/office/drawing/2014/main" id="{D80F76D6-E7D9-4F1A-B103-43995C81A2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>
              <a:biLevel thresh="25000"/>
            </a:blip>
            <a:srcRect l="26854"/>
            <a:stretch/>
          </p:blipFill>
          <p:spPr>
            <a:xfrm>
              <a:off x="7718048" y="4685343"/>
              <a:ext cx="1387852" cy="530406"/>
            </a:xfrm>
            <a:prstGeom prst="rect">
              <a:avLst/>
            </a:prstGeom>
          </p:spPr>
        </p:pic>
        <p:pic>
          <p:nvPicPr>
            <p:cNvPr id="14" name="Picture 13" descr="Graphical user interface, text&#10;&#10;Description automatically generated with medium confidence">
              <a:extLst>
                <a:ext uri="{FF2B5EF4-FFF2-40B4-BE49-F238E27FC236}">
                  <a16:creationId xmlns:a16="http://schemas.microsoft.com/office/drawing/2014/main" id="{3EE17B30-CC81-4757-8D8D-F4E00F81D6DB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3"/>
            <a:srcRect r="72691"/>
            <a:stretch/>
          </p:blipFill>
          <p:spPr>
            <a:xfrm>
              <a:off x="7341258" y="4757699"/>
              <a:ext cx="376790" cy="385695"/>
            </a:xfrm>
            <a:prstGeom prst="rect">
              <a:avLst/>
            </a:prstGeom>
          </p:spPr>
        </p:pic>
      </p:grpSp>
      <p:sp>
        <p:nvSpPr>
          <p:cNvPr id="12" name="TextBox 11">
            <a:extLst>
              <a:ext uri="{FF2B5EF4-FFF2-40B4-BE49-F238E27FC236}">
                <a16:creationId xmlns:a16="http://schemas.microsoft.com/office/drawing/2014/main" id="{C9A943ED-B5C6-483B-BF6A-E3667B376A44}"/>
              </a:ext>
            </a:extLst>
          </p:cNvPr>
          <p:cNvSpPr txBox="1"/>
          <p:nvPr userDrawn="1"/>
        </p:nvSpPr>
        <p:spPr>
          <a:xfrm>
            <a:off x="151357" y="4842824"/>
            <a:ext cx="3064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294F834-4E36-46CF-A633-4B5D9B93D858}" type="slidenum">
              <a:rPr lang="es-EC" sz="800" dirty="0" smtClean="0">
                <a:solidFill>
                  <a:schemeClr val="bg1"/>
                </a:solidFill>
              </a:rPr>
              <a:t>‹#›</a:t>
            </a:fld>
            <a:endParaRPr lang="es-EC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10958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7" r:id="rId2"/>
    <p:sldLayoutId id="2147483689" r:id="rId3"/>
    <p:sldLayoutId id="2147483687" r:id="rId4"/>
    <p:sldLayoutId id="2147483675" r:id="rId5"/>
    <p:sldLayoutId id="2147483664" r:id="rId6"/>
    <p:sldLayoutId id="2147483674" r:id="rId7"/>
    <p:sldLayoutId id="2147483665" r:id="rId8"/>
    <p:sldLayoutId id="2147483676" r:id="rId9"/>
    <p:sldLayoutId id="2147483677" r:id="rId10"/>
    <p:sldLayoutId id="2147483678" r:id="rId11"/>
    <p:sldLayoutId id="2147483679" r:id="rId12"/>
    <p:sldLayoutId id="2147483680" r:id="rId13"/>
    <p:sldLayoutId id="2147483681" r:id="rId14"/>
    <p:sldLayoutId id="2147483708" r:id="rId15"/>
    <p:sldLayoutId id="2147483709" r:id="rId16"/>
    <p:sldLayoutId id="2147483710" r:id="rId17"/>
    <p:sldLayoutId id="2147483711" r:id="rId18"/>
    <p:sldLayoutId id="2147483712" r:id="rId19"/>
    <p:sldLayoutId id="2147483688" r:id="rId20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>
          <a:solidFill>
            <a:schemeClr val="accent1">
              <a:lumMod val="20000"/>
              <a:lumOff val="80000"/>
            </a:schemeClr>
          </a:solidFill>
          <a:latin typeface="Calibri" charset="0"/>
          <a:ea typeface="Calibri" charset="0"/>
          <a:cs typeface="Calibri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rgbClr val="0066A1"/>
        </a:buClr>
        <a:buFont typeface="LucidaGrande" charset="0"/>
        <a:buChar char="▸"/>
        <a:defRPr sz="165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LucidaGrande" charset="0"/>
        <a:buChar char="-"/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Wingdings" charset="2"/>
        <a:buChar char="§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Courier New" charset="0"/>
        <a:buChar char="o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49A4AEB-9C73-FE43-9E38-3C9DBD40E732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ln>
            <a:noFill/>
          </a:ln>
        </p:spPr>
      </p:pic>
      <p:sp>
        <p:nvSpPr>
          <p:cNvPr id="7" name="Rectangle 6">
            <a:extLst>
              <a:ext uri="{FF2B5EF4-FFF2-40B4-BE49-F238E27FC236}">
                <a16:creationId xmlns:a16="http://schemas.microsoft.com/office/drawing/2014/main" id="{92A8EC2D-3157-DA4D-B40F-A249D70D963D}"/>
              </a:ext>
            </a:extLst>
          </p:cNvPr>
          <p:cNvSpPr/>
          <p:nvPr userDrawn="1"/>
        </p:nvSpPr>
        <p:spPr>
          <a:xfrm>
            <a:off x="-1" y="-14748"/>
            <a:ext cx="4572001" cy="4654750"/>
          </a:xfrm>
          <a:prstGeom prst="rect">
            <a:avLst/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FA2B630-0D2B-0947-A6F6-98AE6C18E23A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5"/>
          <a:srcRect b="22282"/>
          <a:stretch/>
        </p:blipFill>
        <p:spPr>
          <a:xfrm>
            <a:off x="0" y="4625254"/>
            <a:ext cx="9144000" cy="532994"/>
          </a:xfrm>
          <a:prstGeom prst="rect">
            <a:avLst/>
          </a:prstGeom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417136"/>
            <a:ext cx="3346720" cy="415002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465633"/>
            <a:ext cx="3346720" cy="286948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90E3CF2-90CB-9740-98F8-038213F2F7AA}"/>
              </a:ext>
            </a:extLst>
          </p:cNvPr>
          <p:cNvSpPr txBox="1">
            <a:spLocks/>
          </p:cNvSpPr>
          <p:nvPr userDrawn="1"/>
        </p:nvSpPr>
        <p:spPr>
          <a:xfrm>
            <a:off x="628649" y="4716405"/>
            <a:ext cx="3022466" cy="3506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66A1"/>
              </a:buClr>
              <a:buFont typeface="LucidaGrande" charset="0"/>
              <a:buNone/>
              <a:defRPr sz="2100" b="1" i="1" kern="1200">
                <a:solidFill>
                  <a:schemeClr val="tx1">
                    <a:lumMod val="50000"/>
                    <a:lumOff val="50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LucidaGrande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Wingdings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Courier New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1200" b="1" i="0" dirty="0">
                <a:solidFill>
                  <a:schemeClr val="bg1"/>
                </a:solidFill>
              </a:rPr>
              <a:t>Jonathan A. Zea</a:t>
            </a:r>
          </a:p>
        </p:txBody>
      </p:sp>
      <p:pic>
        <p:nvPicPr>
          <p:cNvPr id="9" name="Picture 8" descr="A close up of a logo&#10;&#10;Description automatically generated">
            <a:extLst>
              <a:ext uri="{FF2B5EF4-FFF2-40B4-BE49-F238E27FC236}">
                <a16:creationId xmlns:a16="http://schemas.microsoft.com/office/drawing/2014/main" id="{9D31FBCB-8CAF-4AB2-A611-4FA07A04E64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6"/>
          <a:srcRect t="19908" b="19909"/>
          <a:stretch/>
        </p:blipFill>
        <p:spPr>
          <a:xfrm>
            <a:off x="8116855" y="4569358"/>
            <a:ext cx="1027145" cy="618167"/>
          </a:xfrm>
          <a:prstGeom prst="rect">
            <a:avLst/>
          </a:prstGeom>
        </p:spPr>
      </p:pic>
      <p:sp>
        <p:nvSpPr>
          <p:cNvPr id="12" name="Subtitle 2">
            <a:extLst>
              <a:ext uri="{FF2B5EF4-FFF2-40B4-BE49-F238E27FC236}">
                <a16:creationId xmlns:a16="http://schemas.microsoft.com/office/drawing/2014/main" id="{58839926-9966-47FC-A40A-7D0E04E9C6FC}"/>
              </a:ext>
            </a:extLst>
          </p:cNvPr>
          <p:cNvSpPr txBox="1">
            <a:spLocks/>
          </p:cNvSpPr>
          <p:nvPr userDrawn="1"/>
        </p:nvSpPr>
        <p:spPr>
          <a:xfrm>
            <a:off x="5094389" y="4716405"/>
            <a:ext cx="3022466" cy="35069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0" indent="0" algn="l" defTabSz="685800" rtl="0" eaLnBrk="1" latinLnBrk="0" hangingPunct="1">
              <a:lnSpc>
                <a:spcPct val="90000"/>
              </a:lnSpc>
              <a:spcBef>
                <a:spcPts val="750"/>
              </a:spcBef>
              <a:buClr>
                <a:srgbClr val="0066A1"/>
              </a:buClr>
              <a:buFont typeface="LucidaGrande" charset="0"/>
              <a:buNone/>
              <a:defRPr sz="2100" b="1" i="1" kern="1200">
                <a:solidFill>
                  <a:schemeClr val="tx1">
                    <a:lumMod val="50000"/>
                    <a:lumOff val="50000"/>
                  </a:schemeClr>
                </a:solidFill>
                <a:latin typeface="Calibri" charset="0"/>
                <a:ea typeface="Calibri" charset="0"/>
                <a:cs typeface="Calibri" charset="0"/>
              </a:defRPr>
            </a:lvl1pPr>
            <a:lvl2pPr marL="3429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LucidaGrande" charset="0"/>
              <a:buNone/>
              <a:defRPr sz="15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6858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Arial" panose="020B0604020202020204" pitchFamily="34" charset="0"/>
              <a:buNone/>
              <a:defRPr sz="135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0287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Wingdings" charset="2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3716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Clr>
                <a:srgbClr val="0066A1"/>
              </a:buClr>
              <a:buFont typeface="Courier New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17145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0574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4003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743200" indent="0" algn="ctr" defTabSz="685800" rtl="0" eaLnBrk="1" latinLnBrk="0" hangingPunct="1">
              <a:lnSpc>
                <a:spcPct val="90000"/>
              </a:lnSpc>
              <a:spcBef>
                <a:spcPts val="375"/>
              </a:spcBef>
              <a:buFont typeface="Arial" panose="020B0604020202020204" pitchFamily="34" charset="0"/>
              <a:buNone/>
              <a:defRPr sz="12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r>
              <a:rPr lang="en-US" sz="1200" i="0" dirty="0" err="1">
                <a:solidFill>
                  <a:schemeClr val="bg1"/>
                </a:solidFill>
              </a:rPr>
              <a:t>Laboratorio</a:t>
            </a:r>
            <a:r>
              <a:rPr lang="en-US" sz="1200" i="0" dirty="0">
                <a:solidFill>
                  <a:schemeClr val="bg1"/>
                </a:solidFill>
              </a:rPr>
              <a:t> de </a:t>
            </a:r>
            <a:r>
              <a:rPr lang="en-US" sz="1200" i="0" dirty="0" err="1">
                <a:solidFill>
                  <a:schemeClr val="bg1"/>
                </a:solidFill>
              </a:rPr>
              <a:t>Inteligencia</a:t>
            </a:r>
            <a:r>
              <a:rPr lang="en-US" sz="1200" i="0" dirty="0">
                <a:solidFill>
                  <a:schemeClr val="bg1"/>
                </a:solidFill>
              </a:rPr>
              <a:t> y </a:t>
            </a:r>
            <a:r>
              <a:rPr lang="en-US" sz="1200" i="0" dirty="0" err="1">
                <a:solidFill>
                  <a:schemeClr val="bg1"/>
                </a:solidFill>
              </a:rPr>
              <a:t>Visión</a:t>
            </a:r>
            <a:r>
              <a:rPr lang="en-US" sz="1200" i="0" dirty="0">
                <a:solidFill>
                  <a:schemeClr val="bg1"/>
                </a:solidFill>
              </a:rPr>
              <a:t> Artificial</a:t>
            </a:r>
          </a:p>
        </p:txBody>
      </p:sp>
      <p:sp>
        <p:nvSpPr>
          <p:cNvPr id="13" name="Rectangle: Single Corner Snipped 12">
            <a:extLst>
              <a:ext uri="{FF2B5EF4-FFF2-40B4-BE49-F238E27FC236}">
                <a16:creationId xmlns:a16="http://schemas.microsoft.com/office/drawing/2014/main" id="{EC6ED33C-91A6-40CB-886C-109E0FB1194A}"/>
              </a:ext>
            </a:extLst>
          </p:cNvPr>
          <p:cNvSpPr/>
          <p:nvPr userDrawn="1"/>
        </p:nvSpPr>
        <p:spPr>
          <a:xfrm rot="5400000">
            <a:off x="-284774" y="4354557"/>
            <a:ext cx="402622" cy="575189"/>
          </a:xfrm>
          <a:prstGeom prst="snip1Rect">
            <a:avLst>
              <a:gd name="adj" fmla="val 50000"/>
            </a:avLst>
          </a:prstGeom>
          <a:solidFill>
            <a:schemeClr val="accent1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A1B84746-2D14-4A42-BA0D-242A3008C6AE}"/>
              </a:ext>
            </a:extLst>
          </p:cNvPr>
          <p:cNvSpPr txBox="1"/>
          <p:nvPr userDrawn="1"/>
        </p:nvSpPr>
        <p:spPr>
          <a:xfrm>
            <a:off x="151357" y="4842824"/>
            <a:ext cx="306494" cy="21544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7294F834-4E36-46CF-A633-4B5D9B93D858}" type="slidenum">
              <a:rPr lang="es-EC" sz="800" dirty="0" smtClean="0">
                <a:solidFill>
                  <a:schemeClr val="bg1"/>
                </a:solidFill>
              </a:rPr>
              <a:t>‹#›</a:t>
            </a:fld>
            <a:endParaRPr lang="es-EC" sz="800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2532925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4" r:id="rId1"/>
    <p:sldLayoutId id="2147483703" r:id="rId2"/>
  </p:sldLayoutIdLst>
  <p:hf hdr="0" ftr="0" dt="0"/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2550" b="1" i="0" kern="1200">
          <a:solidFill>
            <a:schemeClr val="bg1"/>
          </a:solidFill>
          <a:latin typeface="Calibri" charset="0"/>
          <a:ea typeface="Calibri" charset="0"/>
          <a:cs typeface="Calibri" charset="0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Clr>
          <a:srgbClr val="0066A1"/>
        </a:buClr>
        <a:buFont typeface="LucidaGrande" charset="0"/>
        <a:buChar char="▸"/>
        <a:defRPr sz="1650" kern="1200">
          <a:solidFill>
            <a:schemeClr val="bg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LucidaGrande" charset="0"/>
        <a:buChar char="-"/>
        <a:defRPr sz="1350" kern="1200">
          <a:solidFill>
            <a:schemeClr val="bg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Arial" panose="020B0604020202020204" pitchFamily="34" charset="0"/>
        <a:buChar char="•"/>
        <a:defRPr sz="1350" kern="1200">
          <a:solidFill>
            <a:schemeClr val="bg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Wingdings" charset="2"/>
        <a:buChar char="§"/>
        <a:defRPr sz="1350" kern="1200">
          <a:solidFill>
            <a:schemeClr val="bg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Clr>
          <a:srgbClr val="0066A1"/>
        </a:buClr>
        <a:buFont typeface="Courier New" charset="0"/>
        <a:buChar char="o"/>
        <a:defRPr sz="1350" kern="1200">
          <a:solidFill>
            <a:schemeClr val="bg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6.xml"/><Relationship Id="rId4" Type="http://schemas.openxmlformats.org/officeDocument/2006/relationships/image" Target="../media/image1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9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9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9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9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9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Subtitle 6">
            <a:extLst>
              <a:ext uri="{FF2B5EF4-FFF2-40B4-BE49-F238E27FC236}">
                <a16:creationId xmlns:a16="http://schemas.microsoft.com/office/drawing/2014/main" id="{1C7A18CF-6C9E-4F1B-9105-639F3E23F83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s-EC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C859FD3-CFCD-43FA-B0D0-948AD00F3D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Presentación</a:t>
            </a:r>
            <a:endParaRPr lang="es-419" dirty="0"/>
          </a:p>
        </p:txBody>
      </p:sp>
    </p:spTree>
    <p:extLst>
      <p:ext uri="{BB962C8B-B14F-4D97-AF65-F5344CB8AC3E}">
        <p14:creationId xmlns:p14="http://schemas.microsoft.com/office/powerpoint/2010/main" val="2820276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Box 22">
            <a:extLst>
              <a:ext uri="{FF2B5EF4-FFF2-40B4-BE49-F238E27FC236}">
                <a16:creationId xmlns:a16="http://schemas.microsoft.com/office/drawing/2014/main" id="{3483F2BB-B5F9-4A62-B6E0-A6B95C278A7B}"/>
              </a:ext>
            </a:extLst>
          </p:cNvPr>
          <p:cNvSpPr txBox="1"/>
          <p:nvPr/>
        </p:nvSpPr>
        <p:spPr>
          <a:xfrm>
            <a:off x="748102" y="1747210"/>
            <a:ext cx="60465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dirty="0"/>
              <a:t>5e-3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5F263CDB-8A6E-4FC7-823F-C7BDBE1123C3}"/>
              </a:ext>
            </a:extLst>
          </p:cNvPr>
          <p:cNvCxnSpPr>
            <a:cxnSpLocks/>
            <a:stCxn id="8" idx="2"/>
          </p:cNvCxnSpPr>
          <p:nvPr/>
        </p:nvCxnSpPr>
        <p:spPr>
          <a:xfrm flipV="1">
            <a:off x="505450" y="2010957"/>
            <a:ext cx="810710" cy="595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" name="Group 9">
            <a:extLst>
              <a:ext uri="{FF2B5EF4-FFF2-40B4-BE49-F238E27FC236}">
                <a16:creationId xmlns:a16="http://schemas.microsoft.com/office/drawing/2014/main" id="{689ED7FB-4CC5-447D-9FE1-DECDD2F9EE6D}"/>
              </a:ext>
            </a:extLst>
          </p:cNvPr>
          <p:cNvGrpSpPr>
            <a:grpSpLocks/>
          </p:cNvGrpSpPr>
          <p:nvPr/>
        </p:nvGrpSpPr>
        <p:grpSpPr>
          <a:xfrm>
            <a:off x="199450" y="747519"/>
            <a:ext cx="612000" cy="1551438"/>
            <a:chOff x="1627632" y="772626"/>
            <a:chExt cx="612000" cy="1551438"/>
          </a:xfrm>
          <a:solidFill>
            <a:schemeClr val="accent1">
              <a:lumMod val="40000"/>
              <a:lumOff val="60000"/>
            </a:schemeClr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D9A7B50-F80A-4898-8BF2-AAC94EAE722D}"/>
                    </a:ext>
                  </a:extLst>
                </p:cNvPr>
                <p:cNvSpPr txBox="1"/>
                <p:nvPr/>
              </p:nvSpPr>
              <p:spPr>
                <a:xfrm>
                  <a:off x="1627632" y="772626"/>
                  <a:ext cx="612000" cy="369332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none" rtlCol="0" anchor="ctr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C" b="0" i="1" smtClean="0">
                            <a:latin typeface="Cambria Math" panose="02040503050406030204" pitchFamily="18" charset="0"/>
                          </a:rPr>
                          <m:t>𝑎𝑟𝑛𝑜𝑙𝑑</m:t>
                        </m:r>
                      </m:oMath>
                    </m:oMathPara>
                  </a14:m>
                  <a:endParaRPr lang="es-EC" dirty="0"/>
                </a:p>
              </p:txBody>
            </p:sp>
          </mc:Choice>
          <mc:Fallback>
            <p:sp>
              <p:nvSpPr>
                <p:cNvPr id="5" name="TextBox 4">
                  <a:extLst>
                    <a:ext uri="{FF2B5EF4-FFF2-40B4-BE49-F238E27FC236}">
                      <a16:creationId xmlns:a16="http://schemas.microsoft.com/office/drawing/2014/main" id="{5D9A7B50-F80A-4898-8BF2-AAC94EAE722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7632" y="772626"/>
                  <a:ext cx="612000" cy="369332"/>
                </a:xfrm>
                <a:prstGeom prst="rect">
                  <a:avLst/>
                </a:prstGeom>
                <a:blipFill>
                  <a:blip r:embed="rId2"/>
                  <a:stretch>
                    <a:fillRect l="-24510" r="-1568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C1DA8B25-DBE0-4F2B-A409-6EEDE95B83DD}"/>
                </a:ext>
              </a:extLst>
            </p:cNvPr>
            <p:cNvSpPr txBox="1"/>
            <p:nvPr/>
          </p:nvSpPr>
          <p:spPr>
            <a:xfrm>
              <a:off x="1627632" y="1173848"/>
              <a:ext cx="61200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>
                  <a:highlight>
                    <a:srgbClr val="FF0000"/>
                  </a:highlight>
                </a:rPr>
                <a:t>1e-5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81DB1EA0-89EC-4448-928D-CB6E64BC3927}"/>
                </a:ext>
              </a:extLst>
            </p:cNvPr>
            <p:cNvSpPr txBox="1"/>
            <p:nvPr/>
          </p:nvSpPr>
          <p:spPr>
            <a:xfrm>
              <a:off x="1627632" y="1461254"/>
              <a:ext cx="61200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>
                  <a:highlight>
                    <a:srgbClr val="FF0000"/>
                  </a:highlight>
                </a:rPr>
                <a:t>1e-4</a:t>
              </a:r>
            </a:p>
          </p:txBody>
        </p: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A0824DC-F39C-4BE6-A9E8-BA0422015896}"/>
                </a:ext>
              </a:extLst>
            </p:cNvPr>
            <p:cNvSpPr txBox="1"/>
            <p:nvPr/>
          </p:nvSpPr>
          <p:spPr>
            <a:xfrm>
              <a:off x="1627632" y="1748659"/>
              <a:ext cx="61200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1e-3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74B8EEFD-B5D0-4F33-B28F-FFC78BA287C3}"/>
                </a:ext>
              </a:extLst>
            </p:cNvPr>
            <p:cNvSpPr txBox="1"/>
            <p:nvPr/>
          </p:nvSpPr>
          <p:spPr>
            <a:xfrm>
              <a:off x="1627632" y="2036064"/>
              <a:ext cx="61200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1e-2</a:t>
              </a:r>
            </a:p>
          </p:txBody>
        </p: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97B13BB8-16F4-413E-9EB0-CC181DC811E9}"/>
              </a:ext>
            </a:extLst>
          </p:cNvPr>
          <p:cNvGrpSpPr>
            <a:grpSpLocks/>
          </p:cNvGrpSpPr>
          <p:nvPr/>
        </p:nvGrpSpPr>
        <p:grpSpPr>
          <a:xfrm>
            <a:off x="1354524" y="747519"/>
            <a:ext cx="612000" cy="1551438"/>
            <a:chOff x="1627632" y="772626"/>
            <a:chExt cx="694420" cy="1551438"/>
          </a:xfrm>
          <a:solidFill>
            <a:schemeClr val="accent2">
              <a:lumMod val="40000"/>
              <a:lumOff val="60000"/>
            </a:schemeClr>
          </a:solidFill>
        </p:grpSpPr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61DDF00-392D-42A9-A1EF-67B4CC795F93}"/>
                    </a:ext>
                  </a:extLst>
                </p:cNvPr>
                <p:cNvSpPr txBox="1"/>
                <p:nvPr/>
              </p:nvSpPr>
              <p:spPr>
                <a:xfrm>
                  <a:off x="1627632" y="772626"/>
                  <a:ext cx="694420" cy="369332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none" rtlCol="0" anchor="ctr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C" b="0" i="1" smtClean="0">
                            <a:latin typeface="Cambria Math" panose="02040503050406030204" pitchFamily="18" charset="0"/>
                          </a:rPr>
                          <m:t>𝑎𝑟𝑛𝑜𝑙𝑑</m:t>
                        </m:r>
                      </m:oMath>
                      <m:oMath xmlns:m="http://schemas.openxmlformats.org/officeDocument/2006/math">
                        <m:r>
                          <a:rPr lang="es-EC" b="0" i="1" smtClean="0">
                            <a:latin typeface="Cambria Math" panose="02040503050406030204" pitchFamily="18" charset="0"/>
                          </a:rPr>
                          <m:t>𝑏𝑒𝑡𝑎</m:t>
                        </m:r>
                      </m:oMath>
                    </m:oMathPara>
                  </a14:m>
                  <a:endParaRPr lang="es-EC" dirty="0"/>
                </a:p>
              </p:txBody>
            </p:sp>
          </mc:Choice>
          <mc:Fallback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F61DDF00-392D-42A9-A1EF-67B4CC795F9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7632" y="772626"/>
                  <a:ext cx="694420" cy="369332"/>
                </a:xfrm>
                <a:prstGeom prst="rect">
                  <a:avLst/>
                </a:prstGeom>
                <a:blipFill>
                  <a:blip r:embed="rId3"/>
                  <a:stretch>
                    <a:fillRect l="-23301" t="-20968" r="-15534" b="-29032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5" name="TextBox 14">
              <a:extLst>
                <a:ext uri="{FF2B5EF4-FFF2-40B4-BE49-F238E27FC236}">
                  <a16:creationId xmlns:a16="http://schemas.microsoft.com/office/drawing/2014/main" id="{117A76F1-0525-4937-8AEC-0A25DB80C522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0.01</a:t>
              </a:r>
            </a:p>
          </p:txBody>
        </p: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E71D345A-AAFC-4C13-BDBD-B3EA7E5EA8F5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0.33</a:t>
              </a:r>
            </a:p>
          </p:txBody>
        </p:sp>
        <p:sp>
          <p:nvSpPr>
            <p:cNvPr id="17" name="TextBox 16">
              <a:extLst>
                <a:ext uri="{FF2B5EF4-FFF2-40B4-BE49-F238E27FC236}">
                  <a16:creationId xmlns:a16="http://schemas.microsoft.com/office/drawing/2014/main" id="{8BCCCFC8-E644-46C3-A3C5-ADF430F77AD0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0.66</a:t>
              </a:r>
            </a:p>
          </p:txBody>
        </p:sp>
        <p:sp>
          <p:nvSpPr>
            <p:cNvPr id="18" name="TextBox 17">
              <a:extLst>
                <a:ext uri="{FF2B5EF4-FFF2-40B4-BE49-F238E27FC236}">
                  <a16:creationId xmlns:a16="http://schemas.microsoft.com/office/drawing/2014/main" id="{0E4046D6-9852-42F6-97EE-28B39BCBC6A8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>
                  <a:highlight>
                    <a:srgbClr val="FF0000"/>
                  </a:highlight>
                </a:rPr>
                <a:t>1</a:t>
              </a:r>
            </a:p>
          </p:txBody>
        </p:sp>
      </p:grpSp>
      <p:sp>
        <p:nvSpPr>
          <p:cNvPr id="37" name="TextBox 36">
            <a:extLst>
              <a:ext uri="{FF2B5EF4-FFF2-40B4-BE49-F238E27FC236}">
                <a16:creationId xmlns:a16="http://schemas.microsoft.com/office/drawing/2014/main" id="{8C33A70C-0768-4C4A-8DE4-4F998AEFDC2C}"/>
              </a:ext>
            </a:extLst>
          </p:cNvPr>
          <p:cNvSpPr txBox="1"/>
          <p:nvPr/>
        </p:nvSpPr>
        <p:spPr>
          <a:xfrm>
            <a:off x="1890986" y="1569923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dirty="0"/>
              <a:t>0.66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619C5F26-BE66-49EF-B407-5C7742D01467}"/>
              </a:ext>
            </a:extLst>
          </p:cNvPr>
          <p:cNvSpPr txBox="1"/>
          <p:nvPr/>
        </p:nvSpPr>
        <p:spPr>
          <a:xfrm>
            <a:off x="3108682" y="1867551"/>
            <a:ext cx="30168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dirty="0"/>
              <a:t>1</a:t>
            </a:r>
          </a:p>
        </p:txBody>
      </p:sp>
      <p:grpSp>
        <p:nvGrpSpPr>
          <p:cNvPr id="29" name="Group 28">
            <a:extLst>
              <a:ext uri="{FF2B5EF4-FFF2-40B4-BE49-F238E27FC236}">
                <a16:creationId xmlns:a16="http://schemas.microsoft.com/office/drawing/2014/main" id="{63567004-2F28-46F8-AC30-8DF7301C1BB3}"/>
              </a:ext>
            </a:extLst>
          </p:cNvPr>
          <p:cNvGrpSpPr>
            <a:grpSpLocks/>
          </p:cNvGrpSpPr>
          <p:nvPr/>
        </p:nvGrpSpPr>
        <p:grpSpPr>
          <a:xfrm>
            <a:off x="2509598" y="747519"/>
            <a:ext cx="612000" cy="1551438"/>
            <a:chOff x="1627632" y="772626"/>
            <a:chExt cx="694420" cy="1551438"/>
          </a:xfrm>
          <a:solidFill>
            <a:schemeClr val="accent4">
              <a:lumMod val="40000"/>
              <a:lumOff val="60000"/>
            </a:schemeClr>
          </a:solidFill>
        </p:grpSpPr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C20011D2-5610-4794-825B-9F7514850C35}"/>
                </a:ext>
              </a:extLst>
            </p:cNvPr>
            <p:cNvSpPr txBox="1"/>
            <p:nvPr/>
          </p:nvSpPr>
          <p:spPr>
            <a:xfrm>
              <a:off x="1627632" y="772626"/>
              <a:ext cx="694420" cy="3693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s-EC" sz="1400" dirty="0"/>
                <a:t>n-step</a:t>
              </a:r>
              <a:br>
                <a:rPr lang="es-EC" sz="1400" dirty="0"/>
              </a:br>
              <a:r>
                <a:rPr lang="es-EC" sz="1400" dirty="0"/>
                <a:t>TD</a:t>
              </a:r>
            </a:p>
          </p:txBody>
        </p:sp>
        <p:sp>
          <p:nvSpPr>
            <p:cNvPr id="31" name="TextBox 30">
              <a:extLst>
                <a:ext uri="{FF2B5EF4-FFF2-40B4-BE49-F238E27FC236}">
                  <a16:creationId xmlns:a16="http://schemas.microsoft.com/office/drawing/2014/main" id="{4D02467A-937B-45D5-A239-CFC6E892F9D0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8</a:t>
              </a:r>
            </a:p>
          </p:txBody>
        </p:sp>
        <p:sp>
          <p:nvSpPr>
            <p:cNvPr id="32" name="TextBox 31">
              <a:extLst>
                <a:ext uri="{FF2B5EF4-FFF2-40B4-BE49-F238E27FC236}">
                  <a16:creationId xmlns:a16="http://schemas.microsoft.com/office/drawing/2014/main" id="{A584F19E-0A76-4ECD-9AA0-A6C294D94246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6</a:t>
              </a:r>
            </a:p>
          </p:txBody>
        </p:sp>
        <p:sp>
          <p:nvSpPr>
            <p:cNvPr id="33" name="TextBox 32">
              <a:extLst>
                <a:ext uri="{FF2B5EF4-FFF2-40B4-BE49-F238E27FC236}">
                  <a16:creationId xmlns:a16="http://schemas.microsoft.com/office/drawing/2014/main" id="{0D00FAD5-E684-497C-A2C3-20DE82F3D353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4</a:t>
              </a:r>
            </a:p>
          </p:txBody>
        </p:sp>
        <p:sp>
          <p:nvSpPr>
            <p:cNvPr id="34" name="TextBox 33">
              <a:extLst>
                <a:ext uri="{FF2B5EF4-FFF2-40B4-BE49-F238E27FC236}">
                  <a16:creationId xmlns:a16="http://schemas.microsoft.com/office/drawing/2014/main" id="{8CA5096C-30E4-461E-AB1A-10E3C578C888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1</a:t>
              </a:r>
            </a:p>
          </p:txBody>
        </p:sp>
      </p:grp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C3B4EB42-0E76-4F55-BF2A-2EC898518E73}"/>
              </a:ext>
            </a:extLst>
          </p:cNvPr>
          <p:cNvCxnSpPr>
            <a:cxnSpLocks/>
            <a:stCxn id="17" idx="3"/>
            <a:endCxn id="33" idx="1"/>
          </p:cNvCxnSpPr>
          <p:nvPr/>
        </p:nvCxnSpPr>
        <p:spPr>
          <a:xfrm>
            <a:off x="1966524" y="1867552"/>
            <a:ext cx="5430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Group 39">
            <a:extLst>
              <a:ext uri="{FF2B5EF4-FFF2-40B4-BE49-F238E27FC236}">
                <a16:creationId xmlns:a16="http://schemas.microsoft.com/office/drawing/2014/main" id="{0A3DE823-28E8-44DB-8E2E-30CB83677B9C}"/>
              </a:ext>
            </a:extLst>
          </p:cNvPr>
          <p:cNvGrpSpPr>
            <a:grpSpLocks/>
          </p:cNvGrpSpPr>
          <p:nvPr/>
        </p:nvGrpSpPr>
        <p:grpSpPr>
          <a:xfrm>
            <a:off x="3664672" y="747519"/>
            <a:ext cx="612000" cy="1551438"/>
            <a:chOff x="1627632" y="772626"/>
            <a:chExt cx="694420" cy="1551438"/>
          </a:xfrm>
          <a:solidFill>
            <a:schemeClr val="accent2">
              <a:lumMod val="60000"/>
              <a:lumOff val="40000"/>
            </a:schemeClr>
          </a:solidFill>
        </p:grpSpPr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32BA4341-66F8-4032-A23D-DF21B4634D23}"/>
                    </a:ext>
                  </a:extLst>
                </p:cNvPr>
                <p:cNvSpPr txBox="1"/>
                <p:nvPr/>
              </p:nvSpPr>
              <p:spPr>
                <a:xfrm>
                  <a:off x="1627632" y="772626"/>
                  <a:ext cx="694420" cy="369332"/>
                </a:xfrm>
                <a:prstGeom prst="rect">
                  <a:avLst/>
                </a:prstGeom>
                <a:grpFill/>
                <a:ln>
                  <a:solidFill>
                    <a:schemeClr val="tx1"/>
                  </a:solidFill>
                </a:ln>
              </p:spPr>
              <p:txBody>
                <a:bodyPr wrap="none" rtlCol="0" anchor="ctr">
                  <a:noAutofit/>
                </a:bodyPr>
                <a:lstStyle/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s-EC" b="0" i="1" dirty="0" smtClean="0">
                            <a:latin typeface="Cambria Math" panose="02040503050406030204" pitchFamily="18" charset="0"/>
                          </a:rPr>
                          <m:t>𝛾</m:t>
                        </m:r>
                      </m:oMath>
                    </m:oMathPara>
                  </a14:m>
                  <a:endParaRPr lang="es-EC" dirty="0"/>
                </a:p>
              </p:txBody>
            </p:sp>
          </mc:Choice>
          <mc:Fallback xmlns="">
            <p:sp>
              <p:nvSpPr>
                <p:cNvPr id="41" name="TextBox 40">
                  <a:extLst>
                    <a:ext uri="{FF2B5EF4-FFF2-40B4-BE49-F238E27FC236}">
                      <a16:creationId xmlns:a16="http://schemas.microsoft.com/office/drawing/2014/main" id="{32BA4341-66F8-4032-A23D-DF21B4634D23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627632" y="772626"/>
                  <a:ext cx="694420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3226"/>
                  </a:stretch>
                </a:blipFill>
                <a:ln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es-EC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42" name="TextBox 41">
              <a:extLst>
                <a:ext uri="{FF2B5EF4-FFF2-40B4-BE49-F238E27FC236}">
                  <a16:creationId xmlns:a16="http://schemas.microsoft.com/office/drawing/2014/main" id="{6CD0C2BB-3946-4222-83FA-B85040B36A82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0.01</a:t>
              </a:r>
            </a:p>
          </p:txBody>
        </p:sp>
        <p:sp>
          <p:nvSpPr>
            <p:cNvPr id="43" name="TextBox 42">
              <a:extLst>
                <a:ext uri="{FF2B5EF4-FFF2-40B4-BE49-F238E27FC236}">
                  <a16:creationId xmlns:a16="http://schemas.microsoft.com/office/drawing/2014/main" id="{7D32267F-E3DE-432F-B21D-144830A5F154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0.33</a:t>
              </a:r>
            </a:p>
          </p:txBody>
        </p:sp>
        <p:sp>
          <p:nvSpPr>
            <p:cNvPr id="44" name="TextBox 43">
              <a:extLst>
                <a:ext uri="{FF2B5EF4-FFF2-40B4-BE49-F238E27FC236}">
                  <a16:creationId xmlns:a16="http://schemas.microsoft.com/office/drawing/2014/main" id="{82BC92BD-9AB4-4386-88A1-7F105B2EC709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0.66</a:t>
              </a:r>
            </a:p>
          </p:txBody>
        </p:sp>
        <p:sp>
          <p:nvSpPr>
            <p:cNvPr id="45" name="TextBox 44">
              <a:extLst>
                <a:ext uri="{FF2B5EF4-FFF2-40B4-BE49-F238E27FC236}">
                  <a16:creationId xmlns:a16="http://schemas.microsoft.com/office/drawing/2014/main" id="{40FF755F-832F-4B9F-B38A-17889F196DD6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>
                  <a:highlight>
                    <a:srgbClr val="FFFF00"/>
                  </a:highlight>
                </a:rPr>
                <a:t>1</a:t>
              </a:r>
              <a:r>
                <a:rPr lang="es-EC" baseline="30000" dirty="0">
                  <a:highlight>
                    <a:srgbClr val="FFFF00"/>
                  </a:highlight>
                </a:rPr>
                <a:t>?</a:t>
              </a:r>
            </a:p>
          </p:txBody>
        </p:sp>
      </p:grpSp>
      <p:cxnSp>
        <p:nvCxnSpPr>
          <p:cNvPr id="47" name="Straight Arrow Connector 46">
            <a:extLst>
              <a:ext uri="{FF2B5EF4-FFF2-40B4-BE49-F238E27FC236}">
                <a16:creationId xmlns:a16="http://schemas.microsoft.com/office/drawing/2014/main" id="{71BF67F4-EA8F-4180-BCFE-D17C126D9A71}"/>
              </a:ext>
            </a:extLst>
          </p:cNvPr>
          <p:cNvCxnSpPr>
            <a:cxnSpLocks/>
            <a:stCxn id="34" idx="3"/>
            <a:endCxn id="45" idx="1"/>
          </p:cNvCxnSpPr>
          <p:nvPr/>
        </p:nvCxnSpPr>
        <p:spPr>
          <a:xfrm>
            <a:off x="3121598" y="2154957"/>
            <a:ext cx="5430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50" name="Group 49">
            <a:extLst>
              <a:ext uri="{FF2B5EF4-FFF2-40B4-BE49-F238E27FC236}">
                <a16:creationId xmlns:a16="http://schemas.microsoft.com/office/drawing/2014/main" id="{E4D82DBC-23F8-4E34-80CA-513320DAC449}"/>
              </a:ext>
            </a:extLst>
          </p:cNvPr>
          <p:cNvGrpSpPr>
            <a:grpSpLocks/>
          </p:cNvGrpSpPr>
          <p:nvPr/>
        </p:nvGrpSpPr>
        <p:grpSpPr>
          <a:xfrm>
            <a:off x="4819746" y="747519"/>
            <a:ext cx="612000" cy="1551438"/>
            <a:chOff x="1627632" y="772626"/>
            <a:chExt cx="694420" cy="1551438"/>
          </a:xfrm>
          <a:solidFill>
            <a:schemeClr val="accent6">
              <a:lumMod val="40000"/>
              <a:lumOff val="60000"/>
            </a:schemeClr>
          </a:solidFill>
        </p:grpSpPr>
        <p:sp>
          <p:nvSpPr>
            <p:cNvPr id="51" name="TextBox 50">
              <a:extLst>
                <a:ext uri="{FF2B5EF4-FFF2-40B4-BE49-F238E27FC236}">
                  <a16:creationId xmlns:a16="http://schemas.microsoft.com/office/drawing/2014/main" id="{51D693B5-9218-45E9-9E98-715DEACA2CDF}"/>
                </a:ext>
              </a:extLst>
            </p:cNvPr>
            <p:cNvSpPr txBox="1"/>
            <p:nvPr/>
          </p:nvSpPr>
          <p:spPr>
            <a:xfrm>
              <a:off x="1627632" y="772626"/>
              <a:ext cx="694420" cy="3693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s-EC" sz="1400" dirty="0" err="1"/>
                <a:t>Batch</a:t>
              </a:r>
              <a:br>
                <a:rPr lang="es-EC" sz="1400" dirty="0"/>
              </a:br>
              <a:r>
                <a:rPr lang="es-EC" sz="1400" dirty="0"/>
                <a:t>size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B8EE8D47-90EE-446C-B019-8AD421EC9A61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256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911DB3F8-5646-49DD-87C1-65A848DFD6D1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sz="1600" dirty="0"/>
                <a:t>1024</a:t>
              </a:r>
            </a:p>
          </p:txBody>
        </p:sp>
        <p:sp>
          <p:nvSpPr>
            <p:cNvPr id="54" name="TextBox 53">
              <a:extLst>
                <a:ext uri="{FF2B5EF4-FFF2-40B4-BE49-F238E27FC236}">
                  <a16:creationId xmlns:a16="http://schemas.microsoft.com/office/drawing/2014/main" id="{925E23A6-3D38-48BC-8AE8-AE123B69D6D4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sz="1600" dirty="0"/>
                <a:t>2048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42ED5774-DA44-49ED-8604-FCBE5DB9FBC8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sz="1600" dirty="0"/>
                <a:t>4096</a:t>
              </a:r>
            </a:p>
          </p:txBody>
        </p:sp>
      </p:grpSp>
      <p:cxnSp>
        <p:nvCxnSpPr>
          <p:cNvPr id="79" name="Straight Arrow Connector 78">
            <a:extLst>
              <a:ext uri="{FF2B5EF4-FFF2-40B4-BE49-F238E27FC236}">
                <a16:creationId xmlns:a16="http://schemas.microsoft.com/office/drawing/2014/main" id="{EF749C7F-0C19-43A7-8DFE-D125C70F0C61}"/>
              </a:ext>
            </a:extLst>
          </p:cNvPr>
          <p:cNvCxnSpPr>
            <a:cxnSpLocks/>
            <a:stCxn id="65" idx="0"/>
          </p:cNvCxnSpPr>
          <p:nvPr/>
        </p:nvCxnSpPr>
        <p:spPr>
          <a:xfrm>
            <a:off x="6280820" y="1723552"/>
            <a:ext cx="834717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46411533-C75A-45E9-890F-D34FDB49F9F5}"/>
              </a:ext>
            </a:extLst>
          </p:cNvPr>
          <p:cNvCxnSpPr>
            <a:cxnSpLocks/>
            <a:stCxn id="45" idx="3"/>
            <a:endCxn id="55" idx="1"/>
          </p:cNvCxnSpPr>
          <p:nvPr/>
        </p:nvCxnSpPr>
        <p:spPr>
          <a:xfrm>
            <a:off x="4276672" y="2154957"/>
            <a:ext cx="5430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0" name="TextBox 59">
            <a:extLst>
              <a:ext uri="{FF2B5EF4-FFF2-40B4-BE49-F238E27FC236}">
                <a16:creationId xmlns:a16="http://schemas.microsoft.com/office/drawing/2014/main" id="{7DFE5F1A-0D19-4926-BE33-55D825F4D414}"/>
              </a:ext>
            </a:extLst>
          </p:cNvPr>
          <p:cNvSpPr txBox="1"/>
          <p:nvPr/>
        </p:nvSpPr>
        <p:spPr>
          <a:xfrm>
            <a:off x="4217559" y="1867551"/>
            <a:ext cx="59343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dirty="0"/>
              <a:t>0.99</a:t>
            </a: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49EB1801-9612-4DE8-A10E-BD43F245C608}"/>
              </a:ext>
            </a:extLst>
          </p:cNvPr>
          <p:cNvGrpSpPr>
            <a:grpSpLocks/>
          </p:cNvGrpSpPr>
          <p:nvPr/>
        </p:nvGrpSpPr>
        <p:grpSpPr>
          <a:xfrm>
            <a:off x="5974820" y="747519"/>
            <a:ext cx="612000" cy="1551438"/>
            <a:chOff x="1627632" y="772626"/>
            <a:chExt cx="694420" cy="1551438"/>
          </a:xfrm>
          <a:solidFill>
            <a:schemeClr val="bg1">
              <a:lumMod val="85000"/>
            </a:schemeClr>
          </a:solidFill>
        </p:grpSpPr>
        <p:sp>
          <p:nvSpPr>
            <p:cNvPr id="62" name="TextBox 61">
              <a:extLst>
                <a:ext uri="{FF2B5EF4-FFF2-40B4-BE49-F238E27FC236}">
                  <a16:creationId xmlns:a16="http://schemas.microsoft.com/office/drawing/2014/main" id="{2C112182-7D81-4DC3-B952-19467869A2F0}"/>
                </a:ext>
              </a:extLst>
            </p:cNvPr>
            <p:cNvSpPr txBox="1"/>
            <p:nvPr/>
          </p:nvSpPr>
          <p:spPr>
            <a:xfrm>
              <a:off x="1627632" y="772626"/>
              <a:ext cx="694420" cy="3693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s-EC" sz="1200" dirty="0"/>
                <a:t># </a:t>
              </a:r>
              <a:r>
                <a:rPr lang="es-EC" sz="1200" dirty="0" err="1"/>
                <a:t>neurons</a:t>
              </a:r>
              <a:endParaRPr lang="es-EC" sz="1200" dirty="0"/>
            </a:p>
          </p:txBody>
        </p:sp>
        <p:sp>
          <p:nvSpPr>
            <p:cNvPr id="63" name="TextBox 62">
              <a:extLst>
                <a:ext uri="{FF2B5EF4-FFF2-40B4-BE49-F238E27FC236}">
                  <a16:creationId xmlns:a16="http://schemas.microsoft.com/office/drawing/2014/main" id="{4C7C0BCC-01BA-45DC-972C-7D3539665550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4</a:t>
              </a:r>
            </a:p>
          </p:txBody>
        </p:sp>
        <p:sp>
          <p:nvSpPr>
            <p:cNvPr id="64" name="TextBox 63">
              <a:extLst>
                <a:ext uri="{FF2B5EF4-FFF2-40B4-BE49-F238E27FC236}">
                  <a16:creationId xmlns:a16="http://schemas.microsoft.com/office/drawing/2014/main" id="{239F6A56-7D1A-4C6F-8A4E-391810B7C6C4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8</a:t>
              </a:r>
            </a:p>
          </p:txBody>
        </p:sp>
        <p:sp>
          <p:nvSpPr>
            <p:cNvPr id="65" name="TextBox 64">
              <a:extLst>
                <a:ext uri="{FF2B5EF4-FFF2-40B4-BE49-F238E27FC236}">
                  <a16:creationId xmlns:a16="http://schemas.microsoft.com/office/drawing/2014/main" id="{51D649CC-1665-4D01-9799-0B07937DD167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32</a:t>
              </a:r>
            </a:p>
          </p:txBody>
        </p:sp>
        <p:sp>
          <p:nvSpPr>
            <p:cNvPr id="66" name="TextBox 65">
              <a:extLst>
                <a:ext uri="{FF2B5EF4-FFF2-40B4-BE49-F238E27FC236}">
                  <a16:creationId xmlns:a16="http://schemas.microsoft.com/office/drawing/2014/main" id="{B0B8840F-4FBA-405C-953E-23D8DC8B933D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>
                  <a:highlight>
                    <a:srgbClr val="FF0000"/>
                  </a:highlight>
                </a:rPr>
                <a:t>64</a:t>
              </a:r>
              <a:r>
                <a:rPr lang="es-EC" baseline="30000" dirty="0">
                  <a:highlight>
                    <a:srgbClr val="FF0000"/>
                  </a:highlight>
                </a:rPr>
                <a:t>+</a:t>
              </a:r>
            </a:p>
          </p:txBody>
        </p:sp>
      </p:grp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37D493C9-8AF1-4E8C-8D6B-D27B8710A127}"/>
              </a:ext>
            </a:extLst>
          </p:cNvPr>
          <p:cNvCxnSpPr>
            <a:cxnSpLocks/>
            <a:stCxn id="53" idx="3"/>
            <a:endCxn id="64" idx="1"/>
          </p:cNvCxnSpPr>
          <p:nvPr/>
        </p:nvCxnSpPr>
        <p:spPr>
          <a:xfrm>
            <a:off x="5431746" y="1580147"/>
            <a:ext cx="543074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2" name="TextBox 71">
            <a:extLst>
              <a:ext uri="{FF2B5EF4-FFF2-40B4-BE49-F238E27FC236}">
                <a16:creationId xmlns:a16="http://schemas.microsoft.com/office/drawing/2014/main" id="{7EA2BDC9-E49A-4887-8FAF-273265E38A52}"/>
              </a:ext>
            </a:extLst>
          </p:cNvPr>
          <p:cNvSpPr txBox="1"/>
          <p:nvPr/>
        </p:nvSpPr>
        <p:spPr>
          <a:xfrm>
            <a:off x="5374122" y="1314742"/>
            <a:ext cx="55015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400" dirty="0"/>
              <a:t>1024</a:t>
            </a:r>
          </a:p>
        </p:txBody>
      </p:sp>
      <p:grpSp>
        <p:nvGrpSpPr>
          <p:cNvPr id="73" name="Group 72">
            <a:extLst>
              <a:ext uri="{FF2B5EF4-FFF2-40B4-BE49-F238E27FC236}">
                <a16:creationId xmlns:a16="http://schemas.microsoft.com/office/drawing/2014/main" id="{E8B933E6-3942-41D0-8F83-0D53A1E2E0A0}"/>
              </a:ext>
            </a:extLst>
          </p:cNvPr>
          <p:cNvGrpSpPr>
            <a:grpSpLocks/>
          </p:cNvGrpSpPr>
          <p:nvPr/>
        </p:nvGrpSpPr>
        <p:grpSpPr>
          <a:xfrm>
            <a:off x="7129894" y="747519"/>
            <a:ext cx="612000" cy="1551438"/>
            <a:chOff x="1627632" y="772626"/>
            <a:chExt cx="694420" cy="1551438"/>
          </a:xfrm>
          <a:solidFill>
            <a:schemeClr val="accent5">
              <a:lumMod val="20000"/>
              <a:lumOff val="80000"/>
            </a:schemeClr>
          </a:solidFill>
        </p:grpSpPr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208FC843-DF4A-4309-AD45-258EF6C12AE4}"/>
                </a:ext>
              </a:extLst>
            </p:cNvPr>
            <p:cNvSpPr txBox="1"/>
            <p:nvPr/>
          </p:nvSpPr>
          <p:spPr>
            <a:xfrm>
              <a:off x="1627632" y="772626"/>
              <a:ext cx="694420" cy="3693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s-EC" sz="1200" dirty="0" err="1"/>
                <a:t>Act</a:t>
              </a:r>
              <a:r>
                <a:rPr lang="es-EC" sz="1200" dirty="0"/>
                <a:t>. </a:t>
              </a:r>
              <a:r>
                <a:rPr lang="es-EC" sz="1200" dirty="0" err="1"/>
                <a:t>fcn</a:t>
              </a:r>
              <a:endParaRPr lang="es-EC" sz="1200" dirty="0"/>
            </a:p>
          </p:txBody>
        </p:sp>
        <p:sp>
          <p:nvSpPr>
            <p:cNvPr id="75" name="TextBox 74">
              <a:extLst>
                <a:ext uri="{FF2B5EF4-FFF2-40B4-BE49-F238E27FC236}">
                  <a16:creationId xmlns:a16="http://schemas.microsoft.com/office/drawing/2014/main" id="{CBC3B0D8-BE9E-4D8E-AB67-2EEC00DEECE5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 err="1"/>
                <a:t>elu</a:t>
              </a:r>
              <a:endParaRPr lang="es-EC" dirty="0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CE4C90A-3110-4EC6-964F-EAB0C9D48895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sz="1600" dirty="0" err="1"/>
                <a:t>leaky</a:t>
              </a:r>
              <a:endParaRPr lang="es-EC" sz="1600" dirty="0"/>
            </a:p>
          </p:txBody>
        </p:sp>
        <p:sp>
          <p:nvSpPr>
            <p:cNvPr id="77" name="TextBox 76">
              <a:extLst>
                <a:ext uri="{FF2B5EF4-FFF2-40B4-BE49-F238E27FC236}">
                  <a16:creationId xmlns:a16="http://schemas.microsoft.com/office/drawing/2014/main" id="{5431D618-E0B5-442B-A8D0-582B6D29EB84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sz="1400" dirty="0" err="1">
                  <a:highlight>
                    <a:srgbClr val="FF0000"/>
                  </a:highlight>
                </a:rPr>
                <a:t>swish</a:t>
              </a:r>
              <a:endParaRPr lang="es-EC" sz="1400" dirty="0">
                <a:highlight>
                  <a:srgbClr val="FF0000"/>
                </a:highlight>
              </a:endParaRPr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1AC688DD-2611-41B9-B1FA-4FDBC11C58DD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 err="1"/>
                <a:t>tanh</a:t>
              </a:r>
              <a:endParaRPr lang="es-EC" dirty="0"/>
            </a:p>
          </p:txBody>
        </p:sp>
      </p:grpSp>
      <p:sp>
        <p:nvSpPr>
          <p:cNvPr id="82" name="TextBox 81">
            <a:extLst>
              <a:ext uri="{FF2B5EF4-FFF2-40B4-BE49-F238E27FC236}">
                <a16:creationId xmlns:a16="http://schemas.microsoft.com/office/drawing/2014/main" id="{5EBDBABE-49CD-412D-9068-E15E24DE137B}"/>
              </a:ext>
            </a:extLst>
          </p:cNvPr>
          <p:cNvSpPr txBox="1"/>
          <p:nvPr/>
        </p:nvSpPr>
        <p:spPr>
          <a:xfrm>
            <a:off x="6517892" y="1437853"/>
            <a:ext cx="4187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dirty="0"/>
              <a:t>10</a:t>
            </a:r>
          </a:p>
        </p:txBody>
      </p:sp>
      <p:grpSp>
        <p:nvGrpSpPr>
          <p:cNvPr id="83" name="Group 82">
            <a:extLst>
              <a:ext uri="{FF2B5EF4-FFF2-40B4-BE49-F238E27FC236}">
                <a16:creationId xmlns:a16="http://schemas.microsoft.com/office/drawing/2014/main" id="{A93775ED-FA10-47A2-AC91-DBE30E8DBCB8}"/>
              </a:ext>
            </a:extLst>
          </p:cNvPr>
          <p:cNvGrpSpPr>
            <a:grpSpLocks/>
          </p:cNvGrpSpPr>
          <p:nvPr/>
        </p:nvGrpSpPr>
        <p:grpSpPr>
          <a:xfrm>
            <a:off x="8284966" y="747519"/>
            <a:ext cx="694420" cy="1551438"/>
            <a:chOff x="1627632" y="772626"/>
            <a:chExt cx="694420" cy="1551438"/>
          </a:xfrm>
          <a:solidFill>
            <a:schemeClr val="accent6">
              <a:lumMod val="20000"/>
              <a:lumOff val="80000"/>
            </a:schemeClr>
          </a:solidFill>
        </p:grpSpPr>
        <p:sp>
          <p:nvSpPr>
            <p:cNvPr id="84" name="TextBox 83">
              <a:extLst>
                <a:ext uri="{FF2B5EF4-FFF2-40B4-BE49-F238E27FC236}">
                  <a16:creationId xmlns:a16="http://schemas.microsoft.com/office/drawing/2014/main" id="{C64E477C-89E3-4AA1-9160-E6B6E5D94E89}"/>
                </a:ext>
              </a:extLst>
            </p:cNvPr>
            <p:cNvSpPr txBox="1"/>
            <p:nvPr/>
          </p:nvSpPr>
          <p:spPr>
            <a:xfrm>
              <a:off x="1627632" y="772626"/>
              <a:ext cx="694420" cy="369332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none" rtlCol="0" anchor="ctr">
              <a:noAutofit/>
            </a:bodyPr>
            <a:lstStyle/>
            <a:p>
              <a:pPr algn="ctr"/>
              <a:r>
                <a:rPr lang="es-EC" sz="1200" dirty="0"/>
                <a:t># capas</a:t>
              </a:r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4143B01A-BB70-48D7-A5D0-F9D07AC6D154}"/>
                </a:ext>
              </a:extLst>
            </p:cNvPr>
            <p:cNvSpPr txBox="1"/>
            <p:nvPr/>
          </p:nvSpPr>
          <p:spPr>
            <a:xfrm>
              <a:off x="1627632" y="1173848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1</a:t>
              </a:r>
            </a:p>
          </p:txBody>
        </p:sp>
        <p:sp>
          <p:nvSpPr>
            <p:cNvPr id="86" name="TextBox 85">
              <a:extLst>
                <a:ext uri="{FF2B5EF4-FFF2-40B4-BE49-F238E27FC236}">
                  <a16:creationId xmlns:a16="http://schemas.microsoft.com/office/drawing/2014/main" id="{A7D15818-53B3-4B34-AB32-3BD447A531A3}"/>
                </a:ext>
              </a:extLst>
            </p:cNvPr>
            <p:cNvSpPr txBox="1"/>
            <p:nvPr/>
          </p:nvSpPr>
          <p:spPr>
            <a:xfrm>
              <a:off x="1627632" y="146125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3</a:t>
              </a:r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A316C74D-0899-4E2F-BE55-B9A12AD210F1}"/>
                </a:ext>
              </a:extLst>
            </p:cNvPr>
            <p:cNvSpPr txBox="1"/>
            <p:nvPr/>
          </p:nvSpPr>
          <p:spPr>
            <a:xfrm>
              <a:off x="1627632" y="1748659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sz="1600" dirty="0"/>
                <a:t>4</a:t>
              </a:r>
            </a:p>
          </p:txBody>
        </p: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448489C6-E6A3-4819-9898-232A2D2425A4}"/>
                </a:ext>
              </a:extLst>
            </p:cNvPr>
            <p:cNvSpPr txBox="1"/>
            <p:nvPr/>
          </p:nvSpPr>
          <p:spPr>
            <a:xfrm>
              <a:off x="1627632" y="2036064"/>
              <a:ext cx="694420" cy="288000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txBody>
            <a:bodyPr wrap="square" rtlCol="0">
              <a:noAutofit/>
            </a:bodyPr>
            <a:lstStyle/>
            <a:p>
              <a:pPr algn="ctr"/>
              <a:r>
                <a:rPr lang="es-EC" dirty="0"/>
                <a:t>5</a:t>
              </a:r>
            </a:p>
          </p:txBody>
        </p:sp>
      </p:grpSp>
      <p:cxnSp>
        <p:nvCxnSpPr>
          <p:cNvPr id="96" name="Straight Arrow Connector 95">
            <a:extLst>
              <a:ext uri="{FF2B5EF4-FFF2-40B4-BE49-F238E27FC236}">
                <a16:creationId xmlns:a16="http://schemas.microsoft.com/office/drawing/2014/main" id="{43ACFF5C-ABCD-42D2-BD75-605A0ED7588B}"/>
              </a:ext>
            </a:extLst>
          </p:cNvPr>
          <p:cNvCxnSpPr>
            <a:cxnSpLocks/>
            <a:stCxn id="74" idx="3"/>
            <a:endCxn id="84" idx="1"/>
          </p:cNvCxnSpPr>
          <p:nvPr/>
        </p:nvCxnSpPr>
        <p:spPr>
          <a:xfrm>
            <a:off x="7741894" y="932185"/>
            <a:ext cx="543072" cy="0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9" name="TextBox 98">
            <a:extLst>
              <a:ext uri="{FF2B5EF4-FFF2-40B4-BE49-F238E27FC236}">
                <a16:creationId xmlns:a16="http://schemas.microsoft.com/office/drawing/2014/main" id="{EFCD7221-EAD3-4898-9821-474E10F56204}"/>
              </a:ext>
            </a:extLst>
          </p:cNvPr>
          <p:cNvSpPr txBox="1"/>
          <p:nvPr/>
        </p:nvSpPr>
        <p:spPr>
          <a:xfrm>
            <a:off x="7722136" y="635706"/>
            <a:ext cx="5105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600" dirty="0" err="1"/>
              <a:t>relu</a:t>
            </a:r>
            <a:endParaRPr lang="es-EC" sz="1600" dirty="0"/>
          </a:p>
        </p:txBody>
      </p:sp>
      <p:sp>
        <p:nvSpPr>
          <p:cNvPr id="100" name="TextBox 99">
            <a:extLst>
              <a:ext uri="{FF2B5EF4-FFF2-40B4-BE49-F238E27FC236}">
                <a16:creationId xmlns:a16="http://schemas.microsoft.com/office/drawing/2014/main" id="{65483F9C-AD1D-4394-B861-EC08BA8BCA3D}"/>
              </a:ext>
            </a:extLst>
          </p:cNvPr>
          <p:cNvSpPr txBox="1"/>
          <p:nvPr/>
        </p:nvSpPr>
        <p:spPr>
          <a:xfrm>
            <a:off x="-13940" y="4294960"/>
            <a:ext cx="3135538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EC" sz="1400" i="1" dirty="0">
                <a:highlight>
                  <a:srgbClr val="FF0000"/>
                </a:highlight>
              </a:rPr>
              <a:t>en rojo</a:t>
            </a:r>
            <a:r>
              <a:rPr lang="es-EC" sz="1400" i="1" dirty="0"/>
              <a:t> resultados notoriamente peores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65559360-9BCA-4C8F-9DED-1250485CDA18}"/>
              </a:ext>
            </a:extLst>
          </p:cNvPr>
          <p:cNvSpPr txBox="1"/>
          <p:nvPr/>
        </p:nvSpPr>
        <p:spPr>
          <a:xfrm>
            <a:off x="3266362" y="2487142"/>
            <a:ext cx="1706493" cy="307777"/>
          </a:xfrm>
          <a:prstGeom prst="rect">
            <a:avLst/>
          </a:prstGeom>
          <a:noFill/>
          <a:ln>
            <a:solidFill>
              <a:schemeClr val="accent6">
                <a:lumMod val="60000"/>
                <a:lumOff val="40000"/>
              </a:schemeClr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s-EC" sz="1400" dirty="0"/>
              <a:t>Salto abrupto a 4096</a:t>
            </a:r>
          </a:p>
        </p:txBody>
      </p:sp>
      <p:cxnSp>
        <p:nvCxnSpPr>
          <p:cNvPr id="103" name="Connector: Elbow 102">
            <a:extLst>
              <a:ext uri="{FF2B5EF4-FFF2-40B4-BE49-F238E27FC236}">
                <a16:creationId xmlns:a16="http://schemas.microsoft.com/office/drawing/2014/main" id="{34F685DD-0721-474A-9EAD-F4BF479D0373}"/>
              </a:ext>
            </a:extLst>
          </p:cNvPr>
          <p:cNvCxnSpPr>
            <a:cxnSpLocks/>
            <a:stCxn id="55" idx="2"/>
            <a:endCxn id="101" idx="3"/>
          </p:cNvCxnSpPr>
          <p:nvPr/>
        </p:nvCxnSpPr>
        <p:spPr>
          <a:xfrm rot="5400000">
            <a:off x="4878264" y="2393549"/>
            <a:ext cx="342074" cy="152891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8" name="TextBox 107">
            <a:extLst>
              <a:ext uri="{FF2B5EF4-FFF2-40B4-BE49-F238E27FC236}">
                <a16:creationId xmlns:a16="http://schemas.microsoft.com/office/drawing/2014/main" id="{0991C10F-E096-4B3E-ACF0-B9878476BE3E}"/>
              </a:ext>
            </a:extLst>
          </p:cNvPr>
          <p:cNvSpPr txBox="1"/>
          <p:nvPr/>
        </p:nvSpPr>
        <p:spPr>
          <a:xfrm>
            <a:off x="3514470" y="2970707"/>
            <a:ext cx="2631554" cy="307777"/>
          </a:xfrm>
          <a:prstGeom prst="rect">
            <a:avLst/>
          </a:prstGeom>
          <a:noFill/>
          <a:ln>
            <a:solidFill>
              <a:schemeClr val="tx1">
                <a:lumMod val="50000"/>
                <a:lumOff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s-EC" sz="1400" baseline="30000" dirty="0"/>
              <a:t>+</a:t>
            </a:r>
            <a:r>
              <a:rPr lang="es-EC" sz="1400" dirty="0"/>
              <a:t>Peor rendimiento no tan notable</a:t>
            </a:r>
          </a:p>
        </p:txBody>
      </p:sp>
      <p:cxnSp>
        <p:nvCxnSpPr>
          <p:cNvPr id="112" name="Connector: Elbow 111">
            <a:extLst>
              <a:ext uri="{FF2B5EF4-FFF2-40B4-BE49-F238E27FC236}">
                <a16:creationId xmlns:a16="http://schemas.microsoft.com/office/drawing/2014/main" id="{36765D3F-5DB4-42DE-A46F-904D8C965877}"/>
              </a:ext>
            </a:extLst>
          </p:cNvPr>
          <p:cNvCxnSpPr>
            <a:cxnSpLocks/>
            <a:stCxn id="66" idx="2"/>
            <a:endCxn id="108" idx="3"/>
          </p:cNvCxnSpPr>
          <p:nvPr/>
        </p:nvCxnSpPr>
        <p:spPr>
          <a:xfrm rot="5400000">
            <a:off x="5800603" y="2644378"/>
            <a:ext cx="825639" cy="134796"/>
          </a:xfrm>
          <a:prstGeom prst="bentConnector2">
            <a:avLst/>
          </a:prstGeom>
          <a:ln>
            <a:solidFill>
              <a:schemeClr val="bg2">
                <a:lumMod val="2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7" name="TextBox 116">
            <a:extLst>
              <a:ext uri="{FF2B5EF4-FFF2-40B4-BE49-F238E27FC236}">
                <a16:creationId xmlns:a16="http://schemas.microsoft.com/office/drawing/2014/main" id="{3A5AAB08-1FFD-4444-8D24-70C32602AC99}"/>
              </a:ext>
            </a:extLst>
          </p:cNvPr>
          <p:cNvSpPr txBox="1"/>
          <p:nvPr/>
        </p:nvSpPr>
        <p:spPr>
          <a:xfrm>
            <a:off x="4297069" y="3454272"/>
            <a:ext cx="2881045" cy="523220"/>
          </a:xfrm>
          <a:prstGeom prst="rect">
            <a:avLst/>
          </a:prstGeom>
          <a:noFill/>
          <a:ln>
            <a:solidFill>
              <a:schemeClr val="accent1">
                <a:lumMod val="75000"/>
              </a:schemeClr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s-EC" sz="1400" dirty="0" err="1"/>
              <a:t>Swish</a:t>
            </a:r>
            <a:r>
              <a:rPr lang="es-EC" sz="1400" dirty="0"/>
              <a:t> usada en el ejemplo de Matlab</a:t>
            </a:r>
          </a:p>
          <a:p>
            <a:pPr algn="r"/>
            <a:r>
              <a:rPr lang="es-EC" sz="1400" dirty="0"/>
              <a:t>-Salida constante solo al abrir!</a:t>
            </a:r>
          </a:p>
        </p:txBody>
      </p:sp>
      <p:cxnSp>
        <p:nvCxnSpPr>
          <p:cNvPr id="118" name="Connector: Elbow 117">
            <a:extLst>
              <a:ext uri="{FF2B5EF4-FFF2-40B4-BE49-F238E27FC236}">
                <a16:creationId xmlns:a16="http://schemas.microsoft.com/office/drawing/2014/main" id="{913CA75A-A6DF-48A1-9D2B-79843E7C78E1}"/>
              </a:ext>
            </a:extLst>
          </p:cNvPr>
          <p:cNvCxnSpPr>
            <a:cxnSpLocks/>
            <a:stCxn id="78" idx="2"/>
            <a:endCxn id="117" idx="3"/>
          </p:cNvCxnSpPr>
          <p:nvPr/>
        </p:nvCxnSpPr>
        <p:spPr>
          <a:xfrm rot="5400000">
            <a:off x="6598542" y="2878529"/>
            <a:ext cx="1416925" cy="257780"/>
          </a:xfrm>
          <a:prstGeom prst="bentConnector2">
            <a:avLst/>
          </a:prstGeom>
          <a:ln>
            <a:solidFill>
              <a:schemeClr val="accent5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0" name="TextBox 129">
            <a:extLst>
              <a:ext uri="{FF2B5EF4-FFF2-40B4-BE49-F238E27FC236}">
                <a16:creationId xmlns:a16="http://schemas.microsoft.com/office/drawing/2014/main" id="{E855A1BB-0698-4EEF-BCA7-9EE04222D3B3}"/>
              </a:ext>
            </a:extLst>
          </p:cNvPr>
          <p:cNvSpPr txBox="1"/>
          <p:nvPr/>
        </p:nvSpPr>
        <p:spPr>
          <a:xfrm>
            <a:off x="3982135" y="4153280"/>
            <a:ext cx="4495783" cy="523220"/>
          </a:xfrm>
          <a:prstGeom prst="rect">
            <a:avLst/>
          </a:prstGeom>
          <a:noFill/>
          <a:ln>
            <a:solidFill>
              <a:schemeClr val="accent6">
                <a:lumMod val="50000"/>
              </a:schemeClr>
            </a:solidFill>
          </a:ln>
        </p:spPr>
        <p:txBody>
          <a:bodyPr wrap="none" rtlCol="0">
            <a:spAutoFit/>
          </a:bodyPr>
          <a:lstStyle/>
          <a:p>
            <a:pPr algn="r"/>
            <a:r>
              <a:rPr lang="es-EC" sz="1400" dirty="0"/>
              <a:t># Neuronas escogido manteniendo mismo # de parámetros</a:t>
            </a:r>
          </a:p>
          <a:p>
            <a:pPr algn="r"/>
            <a:r>
              <a:rPr lang="es-EC" sz="1400" dirty="0"/>
              <a:t>*1500 parámetros</a:t>
            </a:r>
          </a:p>
        </p:txBody>
      </p:sp>
      <p:cxnSp>
        <p:nvCxnSpPr>
          <p:cNvPr id="132" name="Connector: Elbow 131">
            <a:extLst>
              <a:ext uri="{FF2B5EF4-FFF2-40B4-BE49-F238E27FC236}">
                <a16:creationId xmlns:a16="http://schemas.microsoft.com/office/drawing/2014/main" id="{4F619CB9-2035-4B43-8077-66AB005B6E5D}"/>
              </a:ext>
            </a:extLst>
          </p:cNvPr>
          <p:cNvCxnSpPr>
            <a:cxnSpLocks/>
            <a:stCxn id="88" idx="2"/>
            <a:endCxn id="130" idx="3"/>
          </p:cNvCxnSpPr>
          <p:nvPr/>
        </p:nvCxnSpPr>
        <p:spPr>
          <a:xfrm rot="5400000">
            <a:off x="7497081" y="3279794"/>
            <a:ext cx="2115933" cy="154258"/>
          </a:xfrm>
          <a:prstGeom prst="bentConnector2">
            <a:avLst/>
          </a:prstGeom>
          <a:ln>
            <a:solidFill>
              <a:schemeClr val="accent6">
                <a:lumMod val="7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9670617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6DE5B7F8-D398-E574-1B25-E78AD68CB535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rcRect b="5835"/>
          <a:stretch>
            <a:fillRect/>
          </a:stretch>
        </p:blipFill>
        <p:spPr>
          <a:xfrm>
            <a:off x="0" y="209643"/>
            <a:ext cx="9144000" cy="3618091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22ED2C08-AE28-D59C-E3EC-86FDEB0FCFC5}"/>
              </a:ext>
            </a:extLst>
          </p:cNvPr>
          <p:cNvSpPr txBox="1"/>
          <p:nvPr/>
        </p:nvSpPr>
        <p:spPr>
          <a:xfrm>
            <a:off x="7227417" y="2750516"/>
            <a:ext cx="181819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/>
              <a:t>Gated</a:t>
            </a:r>
            <a:br>
              <a:rPr lang="en-US" sz="1600" dirty="0"/>
            </a:br>
            <a:r>
              <a:rPr lang="en-US" sz="1600" dirty="0"/>
              <a:t>L0 collapses to 1-&gt;0</a:t>
            </a:r>
          </a:p>
          <a:p>
            <a:r>
              <a:rPr lang="en-US" sz="1600" dirty="0"/>
              <a:t>FVU at 1!</a:t>
            </a:r>
          </a:p>
          <a:p>
            <a:r>
              <a:rPr lang="en-US" sz="1600" dirty="0"/>
              <a:t>100% dead!</a:t>
            </a:r>
          </a:p>
        </p:txBody>
      </p:sp>
    </p:spTree>
    <p:extLst>
      <p:ext uri="{BB962C8B-B14F-4D97-AF65-F5344CB8AC3E}">
        <p14:creationId xmlns:p14="http://schemas.microsoft.com/office/powerpoint/2010/main" val="289128802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EFE649D-99AA-BBD9-2C60-01A359D724D7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581236"/>
            <a:ext cx="9144000" cy="34464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876626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D4B62763-201C-E909-5F1E-9713EC77E67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616866"/>
            <a:ext cx="9144000" cy="3492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146200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93C52B1F-B221-BB40-73E4-585089A7FF16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599935"/>
            <a:ext cx="9144000" cy="35261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887375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Content Placeholder 5">
            <a:extLst>
              <a:ext uri="{FF2B5EF4-FFF2-40B4-BE49-F238E27FC236}">
                <a16:creationId xmlns:a16="http://schemas.microsoft.com/office/drawing/2014/main" id="{DB82B26D-C448-6DBE-04FA-AA9DA1D6953C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0" y="295279"/>
            <a:ext cx="9144000" cy="41354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0881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53737078"/>
      </p:ext>
    </p:extLst>
  </p:cSld>
  <p:clrMapOvr>
    <a:masterClrMapping/>
  </p:clrMapOvr>
</p:sld>
</file>

<file path=ppt/theme/theme1.xml><?xml version="1.0" encoding="utf-8"?>
<a:theme xmlns:a="http://schemas.openxmlformats.org/drawingml/2006/main" name="2_Theme 1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009C3893-1673-4D23-8A2F-4288968BD662}" vid="{51BCAD3C-FC1C-4B8C-8F82-03718FF557B8}"/>
    </a:ext>
  </a:extLst>
</a:theme>
</file>

<file path=ppt/theme/theme2.xml><?xml version="1.0" encoding="utf-8"?>
<a:theme xmlns:a="http://schemas.openxmlformats.org/drawingml/2006/main" name="Theme 1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resentation3" id="{009C3893-1673-4D23-8A2F-4288968BD662}" vid="{4EC8590D-0405-4FA3-8B5B-340FA93770A2}"/>
    </a:ext>
  </a:extLst>
</a:theme>
</file>

<file path=ppt/theme/theme3.xml><?xml version="1.0" encoding="utf-8"?>
<a:theme xmlns:a="http://schemas.openxmlformats.org/drawingml/2006/main" name="1_Theme 1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>
        <a:normAutofit fontScale="85000" lnSpcReduction="20000"/>
      </a:bodyPr>
      <a:lstStyle>
        <a:defPPr algn="l">
          <a:defRPr dirty="0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3" id="{009C3893-1673-4D23-8A2F-4288968BD662}" vid="{0B663AB4-D860-40B0-97BA-DF2F6520F83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C06FCD5101276146AFACC431A63E4F1A" ma:contentTypeVersion="6" ma:contentTypeDescription="Crear nuevo documento." ma:contentTypeScope="" ma:versionID="dfa5725ae43d4fc8592ae3ccb92050fd">
  <xsd:schema xmlns:xsd="http://www.w3.org/2001/XMLSchema" xmlns:xs="http://www.w3.org/2001/XMLSchema" xmlns:p="http://schemas.microsoft.com/office/2006/metadata/properties" xmlns:ns2="196425aa-8b3d-4720-9369-7f7ede02cebb" targetNamespace="http://schemas.microsoft.com/office/2006/metadata/properties" ma:root="true" ma:fieldsID="9f568fcb6783ae378d1b0d3fdd6df1c4" ns2:_="">
    <xsd:import namespace="196425aa-8b3d-4720-9369-7f7ede02cebb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DateTaken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96425aa-8b3d-4720-9369-7f7ede02ceb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DateTaken" ma:index="12" nillable="true" ma:displayName="MediaServiceDateTaken" ma:hidden="true" ma:internalName="MediaServiceDateTaken" ma:readOnly="true">
      <xsd:simpleType>
        <xsd:restriction base="dms:Text"/>
      </xsd:simpleType>
    </xsd:element>
    <xsd:element name="MediaServiceLocation" ma:index="13" nillable="true" ma:displayName="Location" ma:internalName="MediaServiceLocation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ni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Props1.xml><?xml version="1.0" encoding="utf-8"?>
<ds:datastoreItem xmlns:ds="http://schemas.openxmlformats.org/officeDocument/2006/customXml" ds:itemID="{7E756EA9-C63B-48D8-BED1-97AFC4D63B9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CD9B8F1-CB7E-463A-8278-E5CD98AA956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96425aa-8b3d-4720-9369-7f7ede02ceb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3B9A5DA6-3CF5-4156-AC3C-C2516721BB61}">
  <ds:schemaRefs>
    <ds:schemaRef ds:uri="http://schemas.microsoft.com/office/2006/metadata/properties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elements/1.1/"/>
    <ds:schemaRef ds:uri="http://schemas.microsoft.com/office/infopath/2007/PartnerControls"/>
    <ds:schemaRef ds:uri="http://purl.org/dc/terms/"/>
    <ds:schemaRef ds:uri="196425aa-8b3d-4720-9369-7f7ede02cebb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profe</Template>
  <TotalTime>319</TotalTime>
  <Words>116</Words>
  <Application>Microsoft Office PowerPoint</Application>
  <PresentationFormat>On-screen Show (16:9)</PresentationFormat>
  <Paragraphs>58</Paragraphs>
  <Slides>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8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Arial</vt:lpstr>
      <vt:lpstr>Calibri</vt:lpstr>
      <vt:lpstr>Cambria Math</vt:lpstr>
      <vt:lpstr>Courier New</vt:lpstr>
      <vt:lpstr>LucidaGrande</vt:lpstr>
      <vt:lpstr>Open Sans Light</vt:lpstr>
      <vt:lpstr>Route 159 SemiBold</vt:lpstr>
      <vt:lpstr>Wingdings</vt:lpstr>
      <vt:lpstr>2_Theme 1</vt:lpstr>
      <vt:lpstr>Theme 1</vt:lpstr>
      <vt:lpstr>1_Theme 1</vt:lpstr>
      <vt:lpstr>Presentación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Jonathan Zea</dc:creator>
  <cp:lastModifiedBy>Jonathan Zea</cp:lastModifiedBy>
  <cp:revision>1</cp:revision>
  <dcterms:created xsi:type="dcterms:W3CDTF">2026-03-06T15:55:05Z</dcterms:created>
  <dcterms:modified xsi:type="dcterms:W3CDTF">2026-03-06T21:14:55Z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0x010100C06FCD5101276146AFACC431A63E4F1A</vt:lpwstr>
  </property>
  <property fmtid="{D5CDD505-2E9C-101B-9397-08002B2CF9AE}" pid="3" name="AuthorIds_UIVersion_7680">
    <vt:lpwstr>6</vt:lpwstr>
  </property>
</Properties>
</file>