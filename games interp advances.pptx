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4"/>
    <p:sldMasterId id="2147483660" r:id="rId5"/>
    <p:sldMasterId id="2147483690" r:id="rId6"/>
  </p:sldMasterIdLst>
  <p:notesMasterIdLst>
    <p:notesMasterId r:id="rId16"/>
  </p:notesMasterIdLst>
  <p:handoutMasterIdLst>
    <p:handoutMasterId r:id="rId17"/>
  </p:handoutMasterIdLst>
  <p:sldIdLst>
    <p:sldId id="256" r:id="rId7"/>
    <p:sldId id="1083" r:id="rId8"/>
    <p:sldId id="1084" r:id="rId9"/>
    <p:sldId id="1085" r:id="rId10"/>
    <p:sldId id="1086" r:id="rId11"/>
    <p:sldId id="1087" r:id="rId12"/>
    <p:sldId id="1088" r:id="rId13"/>
    <p:sldId id="1089" r:id="rId14"/>
    <p:sldId id="25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C367E054-E0CA-4736-81F0-B848B5D41DF7}">
          <p14:sldIdLst>
            <p14:sldId id="256"/>
          </p14:sldIdLst>
        </p14:section>
        <p14:section name="resumen" id="{4A39A3B3-40F6-4CD9-9462-C7B64CF99226}">
          <p14:sldIdLst>
            <p14:sldId id="1083"/>
            <p14:sldId id="1084"/>
            <p14:sldId id="1085"/>
            <p14:sldId id="1086"/>
            <p14:sldId id="1087"/>
          </p14:sldIdLst>
        </p14:section>
        <p14:section name="arnold beta" id="{28C19DF3-6A0E-4738-B430-43B2165BAAF1}">
          <p14:sldIdLst>
            <p14:sldId id="1088"/>
          </p14:sldIdLst>
        </p14:section>
        <p14:section name="coverage y reconstruction" id="{8B896279-B87D-455B-91DB-B91BE76A2476}">
          <p14:sldIdLst>
            <p14:sldId id="1089"/>
          </p14:sldIdLst>
        </p14:section>
        <p14:section name="fin" id="{98213B08-07B6-4D8E-A0DF-CE6B5C51030D}">
          <p14:sldIdLst>
            <p14:sldId id="258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ALEJANDRO ZEA GUACHAMIN" initials="JAZG" lastIdx="1" clrIdx="0">
    <p:extLst>
      <p:ext uri="{19B8F6BF-5375-455C-9EA6-DF929625EA0E}">
        <p15:presenceInfo xmlns:p15="http://schemas.microsoft.com/office/powerpoint/2012/main" userId="JONATHAN ALEJANDRO ZEA GUACHA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7BB9"/>
    <a:srgbClr val="0073AE"/>
    <a:srgbClr val="CC0033"/>
    <a:srgbClr val="2CB6C0"/>
    <a:srgbClr val="335D64"/>
    <a:srgbClr val="0066A1"/>
    <a:srgbClr val="01B4E3"/>
    <a:srgbClr val="EE7422"/>
    <a:srgbClr val="E37222"/>
    <a:srgbClr val="FDC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249C18-CE64-4282-82C7-EEBC79DF6983}" v="23" dt="2026-03-06T21:14:41.548"/>
    <p1510:client id="{6CFB8FE1-9137-4C5B-A58A-A4769408D1DF}" v="3" dt="2026-03-07T15:17:20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ALEJANDRO ZEA GUACHAMIN" userId="c479a8f2-8466-461a-b845-49db3456936b" providerId="ADAL" clId="{45C5F3C3-A525-4687-B1A8-D26D05EE71E5}"/>
    <pc:docChg chg="undo custSel addSld modSld addSection modSection">
      <pc:chgData name="JONATHAN ALEJANDRO ZEA GUACHAMIN" userId="c479a8f2-8466-461a-b845-49db3456936b" providerId="ADAL" clId="{45C5F3C3-A525-4687-B1A8-D26D05EE71E5}" dt="2026-03-06T21:14:53.809" v="40" actId="22"/>
      <pc:docMkLst>
        <pc:docMk/>
      </pc:docMkLst>
      <pc:sldChg chg="modSp">
        <pc:chgData name="JONATHAN ALEJANDRO ZEA GUACHAMIN" userId="c479a8f2-8466-461a-b845-49db3456936b" providerId="ADAL" clId="{45C5F3C3-A525-4687-B1A8-D26D05EE71E5}" dt="2026-03-06T21:14:41.548" v="34" actId="20577"/>
        <pc:sldMkLst>
          <pc:docMk/>
          <pc:sldMk cId="3696706173" sldId="1083"/>
        </pc:sldMkLst>
        <pc:spChg chg="mod">
          <ac:chgData name="JONATHAN ALEJANDRO ZEA GUACHAMIN" userId="c479a8f2-8466-461a-b845-49db3456936b" providerId="ADAL" clId="{45C5F3C3-A525-4687-B1A8-D26D05EE71E5}" dt="2026-03-06T15:57:05.868" v="8" actId="20577"/>
          <ac:spMkLst>
            <pc:docMk/>
            <pc:sldMk cId="3696706173" sldId="1083"/>
            <ac:spMk id="5" creationId="{5D9A7B50-F80A-4898-8BF2-AAC94EAE722D}"/>
          </ac:spMkLst>
        </pc:spChg>
        <pc:spChg chg="mod">
          <ac:chgData name="JONATHAN ALEJANDRO ZEA GUACHAMIN" userId="c479a8f2-8466-461a-b845-49db3456936b" providerId="ADAL" clId="{45C5F3C3-A525-4687-B1A8-D26D05EE71E5}" dt="2026-03-06T21:14:41.548" v="34" actId="20577"/>
          <ac:spMkLst>
            <pc:docMk/>
            <pc:sldMk cId="3696706173" sldId="1083"/>
            <ac:spMk id="14" creationId="{F61DDF00-392D-42A9-A1EF-67B4CC795F93}"/>
          </ac:spMkLst>
        </pc:spChg>
      </pc:sldChg>
      <pc:sldChg chg="modSp mod">
        <pc:chgData name="JONATHAN ALEJANDRO ZEA GUACHAMIN" userId="c479a8f2-8466-461a-b845-49db3456936b" providerId="ADAL" clId="{45C5F3C3-A525-4687-B1A8-D26D05EE71E5}" dt="2026-03-06T16:04:22.795" v="12" actId="1076"/>
        <pc:sldMkLst>
          <pc:docMk/>
          <pc:sldMk cId="2891288023" sldId="1084"/>
        </pc:sldMkLst>
        <pc:spChg chg="mod">
          <ac:chgData name="JONATHAN ALEJANDRO ZEA GUACHAMIN" userId="c479a8f2-8466-461a-b845-49db3456936b" providerId="ADAL" clId="{45C5F3C3-A525-4687-B1A8-D26D05EE71E5}" dt="2026-03-06T16:04:17.412" v="11" actId="404"/>
          <ac:spMkLst>
            <pc:docMk/>
            <pc:sldMk cId="2891288023" sldId="1084"/>
            <ac:spMk id="7" creationId="{22ED2C08-AE28-D59C-E3EC-86FDEB0FCFC5}"/>
          </ac:spMkLst>
        </pc:spChg>
        <pc:picChg chg="mod">
          <ac:chgData name="JONATHAN ALEJANDRO ZEA GUACHAMIN" userId="c479a8f2-8466-461a-b845-49db3456936b" providerId="ADAL" clId="{45C5F3C3-A525-4687-B1A8-D26D05EE71E5}" dt="2026-03-06T16:04:22.795" v="12" actId="1076"/>
          <ac:picMkLst>
            <pc:docMk/>
            <pc:sldMk cId="2891288023" sldId="1084"/>
            <ac:picMk id="6" creationId="{6DE5B7F8-D398-E574-1B25-E78AD68CB535}"/>
          </ac:picMkLst>
        </pc:picChg>
      </pc:sldChg>
      <pc:sldChg chg="addSp delSp modSp new mod">
        <pc:chgData name="JONATHAN ALEJANDRO ZEA GUACHAMIN" userId="c479a8f2-8466-461a-b845-49db3456936b" providerId="ADAL" clId="{45C5F3C3-A525-4687-B1A8-D26D05EE71E5}" dt="2026-03-06T16:43:25.652" v="16" actId="1076"/>
        <pc:sldMkLst>
          <pc:docMk/>
          <pc:sldMk cId="3748766268" sldId="1085"/>
        </pc:sldMkLst>
        <pc:spChg chg="del">
          <ac:chgData name="JONATHAN ALEJANDRO ZEA GUACHAMIN" userId="c479a8f2-8466-461a-b845-49db3456936b" providerId="ADAL" clId="{45C5F3C3-A525-4687-B1A8-D26D05EE71E5}" dt="2026-03-06T16:18:49.021" v="13" actId="22"/>
          <ac:spMkLst>
            <pc:docMk/>
            <pc:sldMk cId="3748766268" sldId="1085"/>
            <ac:spMk id="2" creationId="{6A727F5A-79F2-3D7C-2CFA-B4A2D5AEB00E}"/>
          </ac:spMkLst>
        </pc:spChg>
        <pc:picChg chg="add mod ord">
          <ac:chgData name="JONATHAN ALEJANDRO ZEA GUACHAMIN" userId="c479a8f2-8466-461a-b845-49db3456936b" providerId="ADAL" clId="{45C5F3C3-A525-4687-B1A8-D26D05EE71E5}" dt="2026-03-06T16:43:25.652" v="16" actId="1076"/>
          <ac:picMkLst>
            <pc:docMk/>
            <pc:sldMk cId="3748766268" sldId="1085"/>
            <ac:picMk id="4" creationId="{FEFE649D-99AA-BBD9-2C60-01A359D724D7}"/>
          </ac:picMkLst>
        </pc:picChg>
      </pc:sldChg>
      <pc:sldChg chg="addSp delSp modSp new mod">
        <pc:chgData name="JONATHAN ALEJANDRO ZEA GUACHAMIN" userId="c479a8f2-8466-461a-b845-49db3456936b" providerId="ADAL" clId="{45C5F3C3-A525-4687-B1A8-D26D05EE71E5}" dt="2026-03-06T16:43:43.794" v="18" actId="22"/>
        <pc:sldMkLst>
          <pc:docMk/>
          <pc:sldMk cId="141462006" sldId="1086"/>
        </pc:sldMkLst>
        <pc:spChg chg="del">
          <ac:chgData name="JONATHAN ALEJANDRO ZEA GUACHAMIN" userId="c479a8f2-8466-461a-b845-49db3456936b" providerId="ADAL" clId="{45C5F3C3-A525-4687-B1A8-D26D05EE71E5}" dt="2026-03-06T16:43:43.794" v="18" actId="22"/>
          <ac:spMkLst>
            <pc:docMk/>
            <pc:sldMk cId="141462006" sldId="1086"/>
            <ac:spMk id="2" creationId="{326DABDA-05FE-495E-DCAD-A17C3E33AA7C}"/>
          </ac:spMkLst>
        </pc:spChg>
        <pc:picChg chg="add mod ord">
          <ac:chgData name="JONATHAN ALEJANDRO ZEA GUACHAMIN" userId="c479a8f2-8466-461a-b845-49db3456936b" providerId="ADAL" clId="{45C5F3C3-A525-4687-B1A8-D26D05EE71E5}" dt="2026-03-06T16:43:43.794" v="18" actId="22"/>
          <ac:picMkLst>
            <pc:docMk/>
            <pc:sldMk cId="141462006" sldId="1086"/>
            <ac:picMk id="4" creationId="{D4B62763-201C-E909-5F1E-9713EC77E671}"/>
          </ac:picMkLst>
        </pc:picChg>
      </pc:sldChg>
      <pc:sldChg chg="addSp delSp modSp new mod">
        <pc:chgData name="JONATHAN ALEJANDRO ZEA GUACHAMIN" userId="c479a8f2-8466-461a-b845-49db3456936b" providerId="ADAL" clId="{45C5F3C3-A525-4687-B1A8-D26D05EE71E5}" dt="2026-03-06T16:45:27.218" v="20" actId="22"/>
        <pc:sldMkLst>
          <pc:docMk/>
          <pc:sldMk cId="2318873758" sldId="1087"/>
        </pc:sldMkLst>
        <pc:spChg chg="del">
          <ac:chgData name="JONATHAN ALEJANDRO ZEA GUACHAMIN" userId="c479a8f2-8466-461a-b845-49db3456936b" providerId="ADAL" clId="{45C5F3C3-A525-4687-B1A8-D26D05EE71E5}" dt="2026-03-06T16:45:27.218" v="20" actId="22"/>
          <ac:spMkLst>
            <pc:docMk/>
            <pc:sldMk cId="2318873758" sldId="1087"/>
            <ac:spMk id="2" creationId="{65B4987D-3B54-4B96-1938-A5FBD4D40756}"/>
          </ac:spMkLst>
        </pc:spChg>
        <pc:picChg chg="add mod ord">
          <ac:chgData name="JONATHAN ALEJANDRO ZEA GUACHAMIN" userId="c479a8f2-8466-461a-b845-49db3456936b" providerId="ADAL" clId="{45C5F3C3-A525-4687-B1A8-D26D05EE71E5}" dt="2026-03-06T16:45:27.218" v="20" actId="22"/>
          <ac:picMkLst>
            <pc:docMk/>
            <pc:sldMk cId="2318873758" sldId="1087"/>
            <ac:picMk id="4" creationId="{93C52B1F-B221-BB40-73E4-585089A7FF16}"/>
          </ac:picMkLst>
        </pc:picChg>
      </pc:sldChg>
      <pc:sldChg chg="addSp delSp modSp new mod">
        <pc:chgData name="JONATHAN ALEJANDRO ZEA GUACHAMIN" userId="c479a8f2-8466-461a-b845-49db3456936b" providerId="ADAL" clId="{45C5F3C3-A525-4687-B1A8-D26D05EE71E5}" dt="2026-03-06T21:14:53.809" v="40" actId="22"/>
        <pc:sldMkLst>
          <pc:docMk/>
          <pc:sldMk cId="3510881367" sldId="1088"/>
        </pc:sldMkLst>
        <pc:spChg chg="add del">
          <ac:chgData name="JONATHAN ALEJANDRO ZEA GUACHAMIN" userId="c479a8f2-8466-461a-b845-49db3456936b" providerId="ADAL" clId="{45C5F3C3-A525-4687-B1A8-D26D05EE71E5}" dt="2026-03-06T21:14:53.809" v="40" actId="22"/>
          <ac:spMkLst>
            <pc:docMk/>
            <pc:sldMk cId="3510881367" sldId="1088"/>
            <ac:spMk id="2" creationId="{5C81F737-66F6-5948-04D4-8B680CD5D0C5}"/>
          </ac:spMkLst>
        </pc:spChg>
        <pc:picChg chg="add del mod ord">
          <ac:chgData name="JONATHAN ALEJANDRO ZEA GUACHAMIN" userId="c479a8f2-8466-461a-b845-49db3456936b" providerId="ADAL" clId="{45C5F3C3-A525-4687-B1A8-D26D05EE71E5}" dt="2026-03-06T21:14:52.035" v="39" actId="22"/>
          <ac:picMkLst>
            <pc:docMk/>
            <pc:sldMk cId="3510881367" sldId="1088"/>
            <ac:picMk id="4" creationId="{6A5CB9A3-63DE-C736-56C2-BEF0E6787B88}"/>
          </ac:picMkLst>
        </pc:picChg>
        <pc:picChg chg="add mod ord">
          <ac:chgData name="JONATHAN ALEJANDRO ZEA GUACHAMIN" userId="c479a8f2-8466-461a-b845-49db3456936b" providerId="ADAL" clId="{45C5F3C3-A525-4687-B1A8-D26D05EE71E5}" dt="2026-03-06T21:14:53.809" v="40" actId="22"/>
          <ac:picMkLst>
            <pc:docMk/>
            <pc:sldMk cId="3510881367" sldId="1088"/>
            <ac:picMk id="6" creationId="{DB82B26D-C448-6DBE-04FA-AA9DA1D6953C}"/>
          </ac:picMkLst>
        </pc:picChg>
      </pc:sldChg>
    </pc:docChg>
  </pc:docChgLst>
  <pc:docChgLst>
    <pc:chgData name="JONATHAN ALEJANDRO ZEA GUACHAMIN" userId="c479a8f2-8466-461a-b845-49db3456936b" providerId="ADAL" clId="{DA93B092-75DF-48E2-AD9C-708E0919AE7E}"/>
    <pc:docChg chg="addSld addSection modSection">
      <pc:chgData name="JONATHAN ALEJANDRO ZEA GUACHAMIN" userId="c479a8f2-8466-461a-b845-49db3456936b" providerId="ADAL" clId="{DA93B092-75DF-48E2-AD9C-708E0919AE7E}" dt="2026-03-07T15:17:20.364" v="2" actId="17846"/>
      <pc:docMkLst>
        <pc:docMk/>
      </pc:docMkLst>
      <pc:sldChg chg="new">
        <pc:chgData name="JONATHAN ALEJANDRO ZEA GUACHAMIN" userId="c479a8f2-8466-461a-b845-49db3456936b" providerId="ADAL" clId="{DA93B092-75DF-48E2-AD9C-708E0919AE7E}" dt="2026-03-07T15:17:13.050" v="0" actId="680"/>
        <pc:sldMkLst>
          <pc:docMk/>
          <pc:sldMk cId="3304245638" sldId="108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E8A384-BB8D-43EC-A69C-A9EC4BD04B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ABAF1-8649-4227-83B4-6221DA1025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EB124-DA13-455A-A6FB-444E342E0DE8}" type="datetimeFigureOut">
              <a:rPr lang="es-419" smtClean="0"/>
              <a:t>7/3/2026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413D5-89E4-4005-976D-304A585631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A9BB9-560D-402B-8CAC-5A09B9FAFE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73724-36E7-47AD-ACF6-72F06002B3B5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56281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28D45-CD78-E946-97C3-593DC615547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362D4-5DD5-1441-A093-8EF5773A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8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19EF0-B63D-C145-92BD-3C4FCD22DE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14378" b="40395"/>
          <a:stretch/>
        </p:blipFill>
        <p:spPr>
          <a:xfrm>
            <a:off x="9727" y="556313"/>
            <a:ext cx="9144000" cy="417005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68749" y="2146570"/>
            <a:ext cx="5025957" cy="777803"/>
          </a:xfrm>
        </p:spPr>
        <p:txBody>
          <a:bodyPr>
            <a:normAutofit/>
          </a:bodyPr>
          <a:lstStyle>
            <a:lvl1pPr marL="0" indent="0" algn="ctr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E558B7-F454-4B91-96F1-977AC7E5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6438"/>
            <a:ext cx="7886700" cy="56391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702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29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円/楕円 5"/>
          <p:cNvSpPr/>
          <p:nvPr userDrawn="1"/>
        </p:nvSpPr>
        <p:spPr>
          <a:xfrm>
            <a:off x="1347953" y="924379"/>
            <a:ext cx="329632" cy="32960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1</a:t>
            </a:r>
            <a:endParaRPr kumimoji="1" lang="ja-JP" altLang="en-US" sz="900"/>
          </a:p>
        </p:txBody>
      </p:sp>
      <p:sp>
        <p:nvSpPr>
          <p:cNvPr id="7" name="円/楕円 6"/>
          <p:cNvSpPr/>
          <p:nvPr userDrawn="1"/>
        </p:nvSpPr>
        <p:spPr>
          <a:xfrm>
            <a:off x="1347953" y="1594268"/>
            <a:ext cx="329632" cy="32960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00759" y="870134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800759" y="1540023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47953" y="2264157"/>
            <a:ext cx="329632" cy="3296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3</a:t>
            </a:r>
            <a:endParaRPr kumimoji="1" lang="ja-JP" altLang="en-US" sz="90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00759" y="2209912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347953" y="2934046"/>
            <a:ext cx="329632" cy="32960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00759" y="2879801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347953" y="3603935"/>
            <a:ext cx="329632" cy="3296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5</a:t>
            </a:r>
            <a:endParaRPr kumimoji="1" lang="ja-JP" altLang="en-US" sz="90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00759" y="3549690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1C7ED4E7-FEF5-46F8-BE4C-49B8C75C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91" y="5063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3940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8650" y="947577"/>
            <a:ext cx="7886700" cy="3379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549136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D91299-34B4-405B-8FF9-E70AD6E8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74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6291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456A5C-7C26-4114-A3F4-DFB0CE5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079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F5D2CB-69A1-4A62-91AB-F3E0FA9B4F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027"/>
          <a:stretch/>
        </p:blipFill>
        <p:spPr>
          <a:xfrm rot="10800000" flipV="1">
            <a:off x="3494866" y="210492"/>
            <a:ext cx="6532536" cy="4417642"/>
          </a:xfrm>
          <a:prstGeom prst="rect">
            <a:avLst/>
          </a:prstGeom>
        </p:spPr>
      </p:pic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38862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456A5C-7C26-4114-A3F4-DFB0CE5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3949902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550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F5D2CB-69A1-4A62-91AB-F3E0FA9B4F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027"/>
          <a:stretch/>
        </p:blipFill>
        <p:spPr>
          <a:xfrm rot="10800000" flipV="1">
            <a:off x="3494866" y="210492"/>
            <a:ext cx="6532536" cy="44176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456A5C-7C26-4114-A3F4-DFB0CE5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78" y="2364249"/>
            <a:ext cx="3949902" cy="415002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003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2844563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9B2258-7D3E-4D45-992E-B1AF34B7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79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0" y="0"/>
            <a:ext cx="9144000" cy="47263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 i="1">
                <a:solidFill>
                  <a:srgbClr val="387BB9"/>
                </a:solidFill>
              </a:defRPr>
            </a:lvl1pPr>
          </a:lstStyle>
          <a:p>
            <a:pPr lvl="0"/>
            <a:r>
              <a:rPr lang="en-US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402169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0"/>
            <a:ext cx="9144000" cy="4726364"/>
          </a:xfrm>
        </p:spPr>
        <p:txBody>
          <a:bodyPr anchor="ctr"/>
          <a:lstStyle>
            <a:lvl1pPr marL="0" indent="0" algn="ctr">
              <a:buNone/>
              <a:defRPr sz="9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D94F37A-4FBB-4674-FB7E-2878271340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007" y="417136"/>
            <a:ext cx="8049986" cy="440114"/>
          </a:xfrm>
          <a:solidFill>
            <a:schemeClr val="accent6">
              <a:lumMod val="40000"/>
              <a:lumOff val="60000"/>
              <a:alpha val="3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387BB9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363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844601"/>
            <a:ext cx="3886200" cy="13691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29150" y="1369219"/>
            <a:ext cx="3886200" cy="13691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CD0998-C815-455A-B51E-FEBFCFEF1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7BB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807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128102"/>
            <a:ext cx="3886200" cy="20856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978680"/>
            <a:ext cx="3886200" cy="3234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29150" y="978680"/>
            <a:ext cx="3886200" cy="1149421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58744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20446-D1CB-4D1E-B5ED-7E78BD3F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096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8650" y="971551"/>
            <a:ext cx="3886200" cy="3242072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29150" y="2128101"/>
            <a:ext cx="3886200" cy="20855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29150" y="971551"/>
            <a:ext cx="3886200" cy="1156550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62332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96E70-540C-4B42-901B-37DCF568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5707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855320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13750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29150" y="1385779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628650" y="2855320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B2D89-EE1D-4613-835C-14546ADA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1466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1" y="1369219"/>
            <a:ext cx="3019523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3789576" y="1369219"/>
            <a:ext cx="4725775" cy="2844404"/>
          </a:xfrm>
        </p:spPr>
        <p:txBody>
          <a:bodyPr>
            <a:normAutofit/>
          </a:bodyPr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09BDF6-AA5B-4A25-8265-282753C3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7512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291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591613"/>
            <a:ext cx="3886200" cy="622010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628650" y="1369219"/>
            <a:ext cx="3886200" cy="2222393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61284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B418-AB8D-4509-98BE-1054EBA4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2461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2128100"/>
            <a:ext cx="7886700" cy="1604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067580"/>
            <a:ext cx="7886700" cy="106052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3733015"/>
            <a:ext cx="7886700" cy="497168"/>
          </a:xfrm>
        </p:spPr>
        <p:txBody>
          <a:bodyPr>
            <a:normAutofit/>
          </a:bodyPr>
          <a:lstStyle>
            <a:lvl1pPr marL="0" indent="0">
              <a:buNone/>
              <a:defRPr sz="1500" b="1" i="1">
                <a:solidFill>
                  <a:srgbClr val="0066A1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6318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BFC07-E8F4-426A-AA54-8F445F74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8764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8"/>
            <a:ext cx="4970872" cy="2165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535051"/>
            <a:ext cx="4970872" cy="6785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0066A1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5712643" y="1369219"/>
            <a:ext cx="2802707" cy="2844404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556831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51FEA-1596-4B35-921B-6AB4588A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2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円/楕円 16"/>
          <p:cNvSpPr/>
          <p:nvPr userDrawn="1"/>
        </p:nvSpPr>
        <p:spPr>
          <a:xfrm>
            <a:off x="1755706" y="2575260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円/楕円 17"/>
          <p:cNvSpPr/>
          <p:nvPr userDrawn="1"/>
        </p:nvSpPr>
        <p:spPr>
          <a:xfrm>
            <a:off x="2988801" y="310067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9" name="円/楕円 18"/>
          <p:cNvSpPr/>
          <p:nvPr userDrawn="1"/>
        </p:nvSpPr>
        <p:spPr>
          <a:xfrm>
            <a:off x="4221897" y="231255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5454992" y="2837969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円/楕円 20"/>
          <p:cNvSpPr/>
          <p:nvPr userDrawn="1"/>
        </p:nvSpPr>
        <p:spPr>
          <a:xfrm>
            <a:off x="6688088" y="2049843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974" y="57908"/>
            <a:ext cx="6928532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30789" y="558374"/>
            <a:ext cx="4887622" cy="252028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819224" y="2638773"/>
            <a:ext cx="228620" cy="22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円/楕円 11"/>
          <p:cNvSpPr/>
          <p:nvPr userDrawn="1"/>
        </p:nvSpPr>
        <p:spPr>
          <a:xfrm>
            <a:off x="3052319" y="3164190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3" name="円/楕円 12"/>
          <p:cNvSpPr/>
          <p:nvPr userDrawn="1"/>
        </p:nvSpPr>
        <p:spPr>
          <a:xfrm>
            <a:off x="4285415" y="2376064"/>
            <a:ext cx="228620" cy="22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5518510" y="2901481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円/楕円 14"/>
          <p:cNvSpPr/>
          <p:nvPr userDrawn="1"/>
        </p:nvSpPr>
        <p:spPr>
          <a:xfrm>
            <a:off x="6751606" y="2113356"/>
            <a:ext cx="22862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10900" y="2128577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6571" y="1473985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10549" y="2113356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166786" y="3538991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2162457" y="3916813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2366435" y="3868109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382987" y="1900157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378658" y="1245565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3582636" y="1884936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6049" y="3269355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621720" y="3647177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4825698" y="3598473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5849178" y="1629813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844849" y="975221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6048827" y="1614592"/>
            <a:ext cx="1620321" cy="360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AB4C4C-6B84-4A4F-B2CE-EB9DE1815EFF}"/>
              </a:ext>
            </a:extLst>
          </p:cNvPr>
          <p:cNvCxnSpPr>
            <a:cxnSpLocks/>
            <a:stCxn id="18" idx="2"/>
            <a:endCxn id="17" idx="5"/>
          </p:cNvCxnSpPr>
          <p:nvPr userDrawn="1"/>
        </p:nvCxnSpPr>
        <p:spPr>
          <a:xfrm flipH="1" flipV="1">
            <a:off x="2059277" y="2878805"/>
            <a:ext cx="929524" cy="3996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D86A00-3520-4F85-9A8C-328D527203CC}"/>
              </a:ext>
            </a:extLst>
          </p:cNvPr>
          <p:cNvCxnSpPr>
            <a:cxnSpLocks/>
            <a:stCxn id="18" idx="6"/>
            <a:endCxn id="19" idx="3"/>
          </p:cNvCxnSpPr>
          <p:nvPr userDrawn="1"/>
        </p:nvCxnSpPr>
        <p:spPr>
          <a:xfrm flipV="1">
            <a:off x="3344457" y="2616097"/>
            <a:ext cx="929525" cy="6623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CAD338-6333-4F78-A360-278A9EB9DAB8}"/>
              </a:ext>
            </a:extLst>
          </p:cNvPr>
          <p:cNvCxnSpPr>
            <a:cxnSpLocks/>
            <a:stCxn id="20" idx="1"/>
            <a:endCxn id="19" idx="6"/>
          </p:cNvCxnSpPr>
          <p:nvPr userDrawn="1"/>
        </p:nvCxnSpPr>
        <p:spPr>
          <a:xfrm flipH="1" flipV="1">
            <a:off x="4577553" y="2490365"/>
            <a:ext cx="929524" cy="39968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EDCBD8-0FAC-4953-AFBC-83C7AAB534CF}"/>
              </a:ext>
            </a:extLst>
          </p:cNvPr>
          <p:cNvCxnSpPr>
            <a:cxnSpLocks/>
            <a:stCxn id="20" idx="6"/>
            <a:endCxn id="21" idx="3"/>
          </p:cNvCxnSpPr>
          <p:nvPr userDrawn="1"/>
        </p:nvCxnSpPr>
        <p:spPr>
          <a:xfrm flipV="1">
            <a:off x="5810648" y="2353388"/>
            <a:ext cx="929525" cy="662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12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25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75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animBg="1"/>
      <p:bldP spid="15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  <p:bldP spid="38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974" y="45208"/>
            <a:ext cx="6928532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46974" y="515787"/>
            <a:ext cx="4887622" cy="252028"/>
          </a:xfrm>
        </p:spPr>
        <p:txBody>
          <a:bodyPr/>
          <a:lstStyle>
            <a:lvl1pPr marL="0" indent="0">
              <a:buNone/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610492" y="757333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D86A00-3520-4F85-9A8C-328D527203CC}"/>
              </a:ext>
            </a:extLst>
          </p:cNvPr>
          <p:cNvCxnSpPr>
            <a:cxnSpLocks/>
            <a:stCxn id="48" idx="6"/>
            <a:endCxn id="49" idx="2"/>
          </p:cNvCxnSpPr>
          <p:nvPr userDrawn="1"/>
        </p:nvCxnSpPr>
        <p:spPr>
          <a:xfrm>
            <a:off x="2039689" y="2382845"/>
            <a:ext cx="212068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円/楕円 15">
            <a:extLst>
              <a:ext uri="{FF2B5EF4-FFF2-40B4-BE49-F238E27FC236}">
                <a16:creationId xmlns:a16="http://schemas.microsoft.com/office/drawing/2014/main" id="{926D42CA-6CBD-432F-B846-487490F68142}"/>
              </a:ext>
            </a:extLst>
          </p:cNvPr>
          <p:cNvSpPr/>
          <p:nvPr userDrawn="1"/>
        </p:nvSpPr>
        <p:spPr>
          <a:xfrm>
            <a:off x="1684033" y="220503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49" name="円/楕円 17">
            <a:extLst>
              <a:ext uri="{FF2B5EF4-FFF2-40B4-BE49-F238E27FC236}">
                <a16:creationId xmlns:a16="http://schemas.microsoft.com/office/drawing/2014/main" id="{9CC39CC4-DB3E-4B67-BF78-396012298B75}"/>
              </a:ext>
            </a:extLst>
          </p:cNvPr>
          <p:cNvSpPr/>
          <p:nvPr userDrawn="1"/>
        </p:nvSpPr>
        <p:spPr>
          <a:xfrm>
            <a:off x="4160376" y="220503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0" name="円/楕円 4">
            <a:extLst>
              <a:ext uri="{FF2B5EF4-FFF2-40B4-BE49-F238E27FC236}">
                <a16:creationId xmlns:a16="http://schemas.microsoft.com/office/drawing/2014/main" id="{77DE742A-FF75-4B63-814F-383CE65D8DF1}"/>
              </a:ext>
            </a:extLst>
          </p:cNvPr>
          <p:cNvSpPr/>
          <p:nvPr userDrawn="1"/>
        </p:nvSpPr>
        <p:spPr>
          <a:xfrm>
            <a:off x="1747551" y="2301790"/>
            <a:ext cx="22862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2" name="円/楕円 11">
            <a:extLst>
              <a:ext uri="{FF2B5EF4-FFF2-40B4-BE49-F238E27FC236}">
                <a16:creationId xmlns:a16="http://schemas.microsoft.com/office/drawing/2014/main" id="{889CC09E-E621-4ED8-80C1-6C512ED67E3D}"/>
              </a:ext>
            </a:extLst>
          </p:cNvPr>
          <p:cNvSpPr/>
          <p:nvPr userDrawn="1"/>
        </p:nvSpPr>
        <p:spPr>
          <a:xfrm>
            <a:off x="4223894" y="2235299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7" name="テキスト プレースホルダー 6">
            <a:extLst>
              <a:ext uri="{FF2B5EF4-FFF2-40B4-BE49-F238E27FC236}">
                <a16:creationId xmlns:a16="http://schemas.microsoft.com/office/drawing/2014/main" id="{3B737C54-CF42-4F45-B9CA-45B833ED63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0439" y="2610100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8" name="正方形/長方形 49">
            <a:extLst>
              <a:ext uri="{FF2B5EF4-FFF2-40B4-BE49-F238E27FC236}">
                <a16:creationId xmlns:a16="http://schemas.microsoft.com/office/drawing/2014/main" id="{4A0EE9B6-D78E-4B98-9F0B-F64E78948648}"/>
              </a:ext>
            </a:extLst>
          </p:cNvPr>
          <p:cNvSpPr/>
          <p:nvPr userDrawn="1"/>
        </p:nvSpPr>
        <p:spPr>
          <a:xfrm>
            <a:off x="1070088" y="2939218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9" name="テキスト プレースホルダー 6">
            <a:extLst>
              <a:ext uri="{FF2B5EF4-FFF2-40B4-BE49-F238E27FC236}">
                <a16:creationId xmlns:a16="http://schemas.microsoft.com/office/drawing/2014/main" id="{E25C0F8F-FA14-47FF-AE35-E6DB87F4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8361" y="2610100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2" name="テキスト プレースホルダー 6">
            <a:extLst>
              <a:ext uri="{FF2B5EF4-FFF2-40B4-BE49-F238E27FC236}">
                <a16:creationId xmlns:a16="http://schemas.microsoft.com/office/drawing/2014/main" id="{3E00CA89-B45A-4BEB-8A21-F5D1A70C48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34032" y="2987922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3" name="正方形/長方形 61">
            <a:extLst>
              <a:ext uri="{FF2B5EF4-FFF2-40B4-BE49-F238E27FC236}">
                <a16:creationId xmlns:a16="http://schemas.microsoft.com/office/drawing/2014/main" id="{89D92360-3D1B-4233-B046-FAF6B4330FB4}"/>
              </a:ext>
            </a:extLst>
          </p:cNvPr>
          <p:cNvSpPr/>
          <p:nvPr userDrawn="1"/>
        </p:nvSpPr>
        <p:spPr>
          <a:xfrm>
            <a:off x="3538010" y="2939218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4" name="テキスト プレースホルダー 6">
            <a:extLst>
              <a:ext uri="{FF2B5EF4-FFF2-40B4-BE49-F238E27FC236}">
                <a16:creationId xmlns:a16="http://schemas.microsoft.com/office/drawing/2014/main" id="{4C4D3C3E-6679-4651-9E07-EFB488A469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16157" y="2606169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5" name="テキスト プレースホルダー 6">
            <a:extLst>
              <a:ext uri="{FF2B5EF4-FFF2-40B4-BE49-F238E27FC236}">
                <a16:creationId xmlns:a16="http://schemas.microsoft.com/office/drawing/2014/main" id="{A669A821-F417-46A4-AC47-BF2032DC11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11828" y="2983991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6" name="正方形/長方形 67">
            <a:extLst>
              <a:ext uri="{FF2B5EF4-FFF2-40B4-BE49-F238E27FC236}">
                <a16:creationId xmlns:a16="http://schemas.microsoft.com/office/drawing/2014/main" id="{5B1F9AC9-1495-4E79-BCDE-AF5C1BE4F0D8}"/>
              </a:ext>
            </a:extLst>
          </p:cNvPr>
          <p:cNvSpPr/>
          <p:nvPr userDrawn="1"/>
        </p:nvSpPr>
        <p:spPr>
          <a:xfrm>
            <a:off x="6015806" y="2935287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7" name="テキスト プレースホルダー 6">
            <a:extLst>
              <a:ext uri="{FF2B5EF4-FFF2-40B4-BE49-F238E27FC236}">
                <a16:creationId xmlns:a16="http://schemas.microsoft.com/office/drawing/2014/main" id="{6703A5AF-97A8-4CEA-98C6-6DB415930E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6110" y="2987922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8" name="円/楕円 19">
            <a:extLst>
              <a:ext uri="{FF2B5EF4-FFF2-40B4-BE49-F238E27FC236}">
                <a16:creationId xmlns:a16="http://schemas.microsoft.com/office/drawing/2014/main" id="{5EDA10AF-4FE5-4FA4-B311-0118DF9C7526}"/>
              </a:ext>
            </a:extLst>
          </p:cNvPr>
          <p:cNvSpPr/>
          <p:nvPr userDrawn="1"/>
        </p:nvSpPr>
        <p:spPr>
          <a:xfrm>
            <a:off x="6636719" y="220418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9" name="円/楕円 13">
            <a:extLst>
              <a:ext uri="{FF2B5EF4-FFF2-40B4-BE49-F238E27FC236}">
                <a16:creationId xmlns:a16="http://schemas.microsoft.com/office/drawing/2014/main" id="{7D42EB63-C8B6-412A-A41A-FF22AE89E48A}"/>
              </a:ext>
            </a:extLst>
          </p:cNvPr>
          <p:cNvSpPr/>
          <p:nvPr userDrawn="1"/>
        </p:nvSpPr>
        <p:spPr>
          <a:xfrm>
            <a:off x="6700237" y="2267699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12C9093-D28E-4FD2-A2DC-C2D03572506E}"/>
              </a:ext>
            </a:extLst>
          </p:cNvPr>
          <p:cNvCxnSpPr>
            <a:cxnSpLocks/>
            <a:stCxn id="49" idx="6"/>
            <a:endCxn id="78" idx="2"/>
          </p:cNvCxnSpPr>
          <p:nvPr userDrawn="1"/>
        </p:nvCxnSpPr>
        <p:spPr>
          <a:xfrm flipV="1">
            <a:off x="4516032" y="2382000"/>
            <a:ext cx="2120687" cy="8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68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85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3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1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/>
      <p:bldP spid="48" grpId="0" animBg="1"/>
      <p:bldP spid="49" grpId="0" animBg="1"/>
      <p:bldP spid="50" grpId="0" animBg="1"/>
      <p:bldP spid="52" grpId="0" animBg="1"/>
      <p:bldP spid="5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/>
      <p:bldP spid="7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/>
      <p:bldP spid="79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182091"/>
            <a:ext cx="9144794" cy="1302327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6" name="円/楕円 15"/>
          <p:cNvSpPr/>
          <p:nvPr userDrawn="1"/>
        </p:nvSpPr>
        <p:spPr>
          <a:xfrm>
            <a:off x="1246510" y="331828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7" name="円/楕円 16"/>
          <p:cNvSpPr/>
          <p:nvPr userDrawn="1"/>
        </p:nvSpPr>
        <p:spPr>
          <a:xfrm>
            <a:off x="2479606" y="2530161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円/楕円 17"/>
          <p:cNvSpPr/>
          <p:nvPr userDrawn="1"/>
        </p:nvSpPr>
        <p:spPr>
          <a:xfrm>
            <a:off x="3712701" y="3055578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9" name="円/楕円 18"/>
          <p:cNvSpPr/>
          <p:nvPr userDrawn="1"/>
        </p:nvSpPr>
        <p:spPr>
          <a:xfrm>
            <a:off x="4945797" y="2267453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6178892" y="2792870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円/楕円 20"/>
          <p:cNvSpPr/>
          <p:nvPr userDrawn="1"/>
        </p:nvSpPr>
        <p:spPr>
          <a:xfrm>
            <a:off x="7411988" y="2004744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73264" y="463356"/>
            <a:ext cx="4887622" cy="252028"/>
          </a:xfrm>
        </p:spPr>
        <p:txBody>
          <a:bodyPr/>
          <a:lstStyle>
            <a:lvl1pPr marL="0" indent="0">
              <a:buNone/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28487" y="712999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" name="円/楕円 4"/>
          <p:cNvSpPr/>
          <p:nvPr userDrawn="1"/>
        </p:nvSpPr>
        <p:spPr>
          <a:xfrm>
            <a:off x="1310028" y="3381799"/>
            <a:ext cx="22862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1" name="円/楕円 10"/>
          <p:cNvSpPr/>
          <p:nvPr userDrawn="1"/>
        </p:nvSpPr>
        <p:spPr>
          <a:xfrm>
            <a:off x="2543124" y="2593674"/>
            <a:ext cx="228620" cy="22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円/楕円 11"/>
          <p:cNvSpPr/>
          <p:nvPr userDrawn="1"/>
        </p:nvSpPr>
        <p:spPr>
          <a:xfrm>
            <a:off x="3776219" y="3119091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3" name="円/楕円 12"/>
          <p:cNvSpPr/>
          <p:nvPr userDrawn="1"/>
        </p:nvSpPr>
        <p:spPr>
          <a:xfrm>
            <a:off x="5009315" y="2330965"/>
            <a:ext cx="228620" cy="22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6242410" y="2856382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円/楕円 14"/>
          <p:cNvSpPr/>
          <p:nvPr userDrawn="1"/>
        </p:nvSpPr>
        <p:spPr>
          <a:xfrm>
            <a:off x="7475506" y="2068257"/>
            <a:ext cx="22862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14529" y="3749591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10200" y="4127413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614178" y="4078709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634800" y="2083478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630471" y="1428886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834449" y="2068257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890686" y="3493892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2886357" y="3871714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3090335" y="3823010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4106887" y="1855058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4102558" y="1200466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4306536" y="1839837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49949" y="3224256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345620" y="3602078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5549598" y="3553374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573078" y="1584714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568749" y="930122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6772727" y="1569493"/>
            <a:ext cx="1620321" cy="360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262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  <p:bldP spid="38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1583408" y="771550"/>
            <a:ext cx="7165418" cy="252028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619415" y="699542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0" name="円/楕円 9"/>
          <p:cNvSpPr/>
          <p:nvPr userDrawn="1"/>
        </p:nvSpPr>
        <p:spPr>
          <a:xfrm>
            <a:off x="691128" y="1371430"/>
            <a:ext cx="1576536" cy="1576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677059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2769810" y="1371430"/>
            <a:ext cx="1576536" cy="1576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2687860" y="1309357"/>
            <a:ext cx="1576536" cy="1576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755741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4848492" y="1371430"/>
            <a:ext cx="1576536" cy="1576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7" name="円/楕円 16"/>
          <p:cNvSpPr/>
          <p:nvPr userDrawn="1"/>
        </p:nvSpPr>
        <p:spPr>
          <a:xfrm>
            <a:off x="4766542" y="1309357"/>
            <a:ext cx="1576536" cy="1576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834422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6927174" y="1371430"/>
            <a:ext cx="1576536" cy="15764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6845224" y="1309357"/>
            <a:ext cx="1576536" cy="1576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6913105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2994068"/>
            <a:ext cx="1988988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636527" y="3558929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2992897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3608423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2719199" y="3557756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4801872" y="3558929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6884544" y="3558929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3241481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76329" y="4716394"/>
            <a:ext cx="540107" cy="273844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340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50"/>
                            </p:stCondLst>
                            <p:childTnLst>
                              <p:par>
                                <p:cTn id="2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6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55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0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50"/>
                            </p:stCondLst>
                            <p:childTnLst>
                              <p:par>
                                <p:cTn id="1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81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9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6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100"/>
                            </p:stCondLst>
                            <p:childTnLst>
                              <p:par>
                                <p:cTn id="1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1583408" y="771550"/>
            <a:ext cx="7165418" cy="252028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619415" y="699542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670099" y="1331787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755741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834422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6918402" y="133178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2994068"/>
            <a:ext cx="1988988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2992897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3608423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3241481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76329" y="4716394"/>
            <a:ext cx="540107" cy="273844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3522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5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40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50"/>
                            </p:stCondLst>
                            <p:childTnLst>
                              <p:par>
                                <p:cTn id="6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3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300"/>
                            </p:stCondLst>
                            <p:childTnLst>
                              <p:par>
                                <p:cTn id="8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8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2" grpId="1" animBg="1"/>
      <p:bldP spid="15" grpId="0" animBg="1"/>
      <p:bldP spid="15" grpId="1" animBg="1"/>
      <p:bldP spid="18" grpId="0" animBg="1"/>
      <p:bldP spid="18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C704C-62F1-CD41-AB17-1D9C53A61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2665" y="178045"/>
            <a:ext cx="6087207" cy="45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390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19EF0-B63D-C145-92BD-3C4FCD22DE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8000"/>
          </a:blip>
          <a:srcRect t="14378" b="40395"/>
          <a:stretch/>
        </p:blipFill>
        <p:spPr>
          <a:xfrm>
            <a:off x="9727" y="556313"/>
            <a:ext cx="9144000" cy="417005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68749" y="2146570"/>
            <a:ext cx="5025957" cy="777803"/>
          </a:xfrm>
        </p:spPr>
        <p:txBody>
          <a:bodyPr>
            <a:normAutofit/>
          </a:bodyPr>
          <a:lstStyle>
            <a:lvl1pPr marL="0" indent="0" algn="ctr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E558B7-F454-4B91-96F1-977AC7E5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6438"/>
            <a:ext cx="7886700" cy="56391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1607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104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円/楕円 5"/>
          <p:cNvSpPr/>
          <p:nvPr userDrawn="1"/>
        </p:nvSpPr>
        <p:spPr>
          <a:xfrm>
            <a:off x="1347953" y="924379"/>
            <a:ext cx="329632" cy="32960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1</a:t>
            </a:r>
            <a:endParaRPr kumimoji="1" lang="ja-JP" altLang="en-US" sz="900"/>
          </a:p>
        </p:txBody>
      </p:sp>
      <p:sp>
        <p:nvSpPr>
          <p:cNvPr id="7" name="円/楕円 6"/>
          <p:cNvSpPr/>
          <p:nvPr userDrawn="1"/>
        </p:nvSpPr>
        <p:spPr>
          <a:xfrm>
            <a:off x="1347953" y="1594268"/>
            <a:ext cx="329632" cy="32960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00759" y="870134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800759" y="1540023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47953" y="2264157"/>
            <a:ext cx="329632" cy="3296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3</a:t>
            </a:r>
            <a:endParaRPr kumimoji="1" lang="ja-JP" altLang="en-US" sz="90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00759" y="2209912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347953" y="2934046"/>
            <a:ext cx="329632" cy="32960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00759" y="2879801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347953" y="3603935"/>
            <a:ext cx="329632" cy="3296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/>
              <a:t>5</a:t>
            </a:r>
            <a:endParaRPr kumimoji="1" lang="ja-JP" altLang="en-US" sz="90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00759" y="3549690"/>
            <a:ext cx="6156020" cy="446073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1C7ED4E7-FEF5-46F8-BE4C-49B8C75C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91" y="5063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23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8650" y="947577"/>
            <a:ext cx="7886700" cy="3379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549136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D91299-34B4-405B-8FF9-E70AD6E8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207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6291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456A5C-7C26-4114-A3F4-DFB0CE5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584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2844563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9B2258-7D3E-4D45-992E-B1AF34B7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1208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844601"/>
            <a:ext cx="3886200" cy="13691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29150" y="1369219"/>
            <a:ext cx="3886200" cy="13691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CD0998-C815-455A-B51E-FEBFCFEF1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51443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128102"/>
            <a:ext cx="3886200" cy="20856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978680"/>
            <a:ext cx="3886200" cy="3234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29150" y="978680"/>
            <a:ext cx="3886200" cy="1149421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58744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20446-D1CB-4D1E-B5ED-7E78BD3F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75459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8650" y="971551"/>
            <a:ext cx="3886200" cy="3242072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29150" y="2128101"/>
            <a:ext cx="3886200" cy="20855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29150" y="971551"/>
            <a:ext cx="3886200" cy="1156550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62332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96E70-540C-4B42-901B-37DCF568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7514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2855320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886200" cy="13750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29150" y="1385779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628650" y="2855320"/>
            <a:ext cx="3886200" cy="1358461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B2D89-EE1D-4613-835C-14546ADA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60082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1" y="1369219"/>
            <a:ext cx="3019523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3789576" y="1369219"/>
            <a:ext cx="4725775" cy="2844404"/>
          </a:xfrm>
        </p:spPr>
        <p:txBody>
          <a:bodyPr>
            <a:normAutofit/>
          </a:bodyPr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/>
              <a:t>Insert Object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8731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09BDF6-AA5B-4A25-8265-282753C3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724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29150" y="1369219"/>
            <a:ext cx="3886200" cy="2844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591613"/>
            <a:ext cx="3886200" cy="622010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628650" y="1369219"/>
            <a:ext cx="3886200" cy="2222393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61284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B418-AB8D-4509-98BE-1054EBA4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89558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2128100"/>
            <a:ext cx="7886700" cy="16049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067580"/>
            <a:ext cx="7886700" cy="106052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28650" y="3733015"/>
            <a:ext cx="7886700" cy="497168"/>
          </a:xfrm>
        </p:spPr>
        <p:txBody>
          <a:bodyPr>
            <a:normAutofit/>
          </a:bodyPr>
          <a:lstStyle>
            <a:lvl1pPr marL="0" indent="0">
              <a:buNone/>
              <a:defRPr sz="1500" b="1" i="1">
                <a:solidFill>
                  <a:srgbClr val="0066A1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631893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BFC07-E8F4-426A-AA54-8F445F74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78911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28650" y="1369218"/>
            <a:ext cx="4970872" cy="2165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535051"/>
            <a:ext cx="4970872" cy="6785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0066A1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5712643" y="1369219"/>
            <a:ext cx="2802707" cy="2844404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556831"/>
            <a:ext cx="7886700" cy="267632"/>
          </a:xfrm>
        </p:spPr>
        <p:txBody>
          <a:bodyPr>
            <a:norm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51FEA-1596-4B35-921B-6AB4588A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0110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円/楕円 16"/>
          <p:cNvSpPr/>
          <p:nvPr userDrawn="1"/>
        </p:nvSpPr>
        <p:spPr>
          <a:xfrm>
            <a:off x="1755706" y="2575260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円/楕円 17"/>
          <p:cNvSpPr/>
          <p:nvPr userDrawn="1"/>
        </p:nvSpPr>
        <p:spPr>
          <a:xfrm>
            <a:off x="2988801" y="310067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9" name="円/楕円 18"/>
          <p:cNvSpPr/>
          <p:nvPr userDrawn="1"/>
        </p:nvSpPr>
        <p:spPr>
          <a:xfrm>
            <a:off x="4221897" y="231255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5454992" y="2837969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円/楕円 20"/>
          <p:cNvSpPr/>
          <p:nvPr userDrawn="1"/>
        </p:nvSpPr>
        <p:spPr>
          <a:xfrm>
            <a:off x="6688088" y="2049843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974" y="57908"/>
            <a:ext cx="6928532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30789" y="558374"/>
            <a:ext cx="4887622" cy="252028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819224" y="2638773"/>
            <a:ext cx="228620" cy="22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円/楕円 11"/>
          <p:cNvSpPr/>
          <p:nvPr userDrawn="1"/>
        </p:nvSpPr>
        <p:spPr>
          <a:xfrm>
            <a:off x="3052319" y="3164190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3" name="円/楕円 12"/>
          <p:cNvSpPr/>
          <p:nvPr userDrawn="1"/>
        </p:nvSpPr>
        <p:spPr>
          <a:xfrm>
            <a:off x="4285415" y="2376064"/>
            <a:ext cx="228620" cy="22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5518510" y="2901481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円/楕円 14"/>
          <p:cNvSpPr/>
          <p:nvPr userDrawn="1"/>
        </p:nvSpPr>
        <p:spPr>
          <a:xfrm>
            <a:off x="6751606" y="2113356"/>
            <a:ext cx="22862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10900" y="2128577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6571" y="1473985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10549" y="2113356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166786" y="3538991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2162457" y="3916813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2366435" y="3868109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382987" y="1900157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378658" y="1245565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3582636" y="1884936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6049" y="3269355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621720" y="3647177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4825698" y="3598473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5849178" y="1629813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844849" y="975221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6048827" y="1614592"/>
            <a:ext cx="1620321" cy="360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AB4C4C-6B84-4A4F-B2CE-EB9DE1815EFF}"/>
              </a:ext>
            </a:extLst>
          </p:cNvPr>
          <p:cNvCxnSpPr>
            <a:cxnSpLocks/>
            <a:stCxn id="18" idx="2"/>
            <a:endCxn id="17" idx="5"/>
          </p:cNvCxnSpPr>
          <p:nvPr userDrawn="1"/>
        </p:nvCxnSpPr>
        <p:spPr>
          <a:xfrm flipH="1" flipV="1">
            <a:off x="2059277" y="2878805"/>
            <a:ext cx="929524" cy="3996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D86A00-3520-4F85-9A8C-328D527203CC}"/>
              </a:ext>
            </a:extLst>
          </p:cNvPr>
          <p:cNvCxnSpPr>
            <a:cxnSpLocks/>
            <a:stCxn id="18" idx="6"/>
            <a:endCxn id="19" idx="3"/>
          </p:cNvCxnSpPr>
          <p:nvPr userDrawn="1"/>
        </p:nvCxnSpPr>
        <p:spPr>
          <a:xfrm flipV="1">
            <a:off x="3344457" y="2616097"/>
            <a:ext cx="929525" cy="6623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CAD338-6333-4F78-A360-278A9EB9DAB8}"/>
              </a:ext>
            </a:extLst>
          </p:cNvPr>
          <p:cNvCxnSpPr>
            <a:cxnSpLocks/>
            <a:stCxn id="20" idx="1"/>
            <a:endCxn id="19" idx="6"/>
          </p:cNvCxnSpPr>
          <p:nvPr userDrawn="1"/>
        </p:nvCxnSpPr>
        <p:spPr>
          <a:xfrm flipH="1" flipV="1">
            <a:off x="4577553" y="2490365"/>
            <a:ext cx="929524" cy="39968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EDCBD8-0FAC-4953-AFBC-83C7AAB534CF}"/>
              </a:ext>
            </a:extLst>
          </p:cNvPr>
          <p:cNvCxnSpPr>
            <a:cxnSpLocks/>
            <a:stCxn id="20" idx="6"/>
            <a:endCxn id="21" idx="3"/>
          </p:cNvCxnSpPr>
          <p:nvPr userDrawn="1"/>
        </p:nvCxnSpPr>
        <p:spPr>
          <a:xfrm flipV="1">
            <a:off x="5810648" y="2353388"/>
            <a:ext cx="929525" cy="66239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19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25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75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animBg="1"/>
      <p:bldP spid="15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  <p:bldP spid="38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974" y="45208"/>
            <a:ext cx="6928532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46974" y="515787"/>
            <a:ext cx="4887622" cy="252028"/>
          </a:xfrm>
        </p:spPr>
        <p:txBody>
          <a:bodyPr/>
          <a:lstStyle>
            <a:lvl1pPr marL="0" indent="0">
              <a:buNone/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610492" y="757333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D86A00-3520-4F85-9A8C-328D527203CC}"/>
              </a:ext>
            </a:extLst>
          </p:cNvPr>
          <p:cNvCxnSpPr>
            <a:cxnSpLocks/>
            <a:stCxn id="48" idx="6"/>
            <a:endCxn id="49" idx="2"/>
          </p:cNvCxnSpPr>
          <p:nvPr userDrawn="1"/>
        </p:nvCxnSpPr>
        <p:spPr>
          <a:xfrm>
            <a:off x="2039689" y="2382845"/>
            <a:ext cx="212068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円/楕円 15">
            <a:extLst>
              <a:ext uri="{FF2B5EF4-FFF2-40B4-BE49-F238E27FC236}">
                <a16:creationId xmlns:a16="http://schemas.microsoft.com/office/drawing/2014/main" id="{926D42CA-6CBD-432F-B846-487490F68142}"/>
              </a:ext>
            </a:extLst>
          </p:cNvPr>
          <p:cNvSpPr/>
          <p:nvPr userDrawn="1"/>
        </p:nvSpPr>
        <p:spPr>
          <a:xfrm>
            <a:off x="1684033" y="220503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49" name="円/楕円 17">
            <a:extLst>
              <a:ext uri="{FF2B5EF4-FFF2-40B4-BE49-F238E27FC236}">
                <a16:creationId xmlns:a16="http://schemas.microsoft.com/office/drawing/2014/main" id="{9CC39CC4-DB3E-4B67-BF78-396012298B75}"/>
              </a:ext>
            </a:extLst>
          </p:cNvPr>
          <p:cNvSpPr/>
          <p:nvPr userDrawn="1"/>
        </p:nvSpPr>
        <p:spPr>
          <a:xfrm>
            <a:off x="4160376" y="2205032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0" name="円/楕円 4">
            <a:extLst>
              <a:ext uri="{FF2B5EF4-FFF2-40B4-BE49-F238E27FC236}">
                <a16:creationId xmlns:a16="http://schemas.microsoft.com/office/drawing/2014/main" id="{77DE742A-FF75-4B63-814F-383CE65D8DF1}"/>
              </a:ext>
            </a:extLst>
          </p:cNvPr>
          <p:cNvSpPr/>
          <p:nvPr userDrawn="1"/>
        </p:nvSpPr>
        <p:spPr>
          <a:xfrm>
            <a:off x="1747551" y="2301790"/>
            <a:ext cx="22862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2" name="円/楕円 11">
            <a:extLst>
              <a:ext uri="{FF2B5EF4-FFF2-40B4-BE49-F238E27FC236}">
                <a16:creationId xmlns:a16="http://schemas.microsoft.com/office/drawing/2014/main" id="{889CC09E-E621-4ED8-80C1-6C512ED67E3D}"/>
              </a:ext>
            </a:extLst>
          </p:cNvPr>
          <p:cNvSpPr/>
          <p:nvPr userDrawn="1"/>
        </p:nvSpPr>
        <p:spPr>
          <a:xfrm>
            <a:off x="4223894" y="2235299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7" name="テキスト プレースホルダー 6">
            <a:extLst>
              <a:ext uri="{FF2B5EF4-FFF2-40B4-BE49-F238E27FC236}">
                <a16:creationId xmlns:a16="http://schemas.microsoft.com/office/drawing/2014/main" id="{3B737C54-CF42-4F45-B9CA-45B833ED63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0439" y="2610100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8" name="正方形/長方形 49">
            <a:extLst>
              <a:ext uri="{FF2B5EF4-FFF2-40B4-BE49-F238E27FC236}">
                <a16:creationId xmlns:a16="http://schemas.microsoft.com/office/drawing/2014/main" id="{4A0EE9B6-D78E-4B98-9F0B-F64E78948648}"/>
              </a:ext>
            </a:extLst>
          </p:cNvPr>
          <p:cNvSpPr/>
          <p:nvPr userDrawn="1"/>
        </p:nvSpPr>
        <p:spPr>
          <a:xfrm>
            <a:off x="1070088" y="2939218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9" name="テキスト プレースホルダー 6">
            <a:extLst>
              <a:ext uri="{FF2B5EF4-FFF2-40B4-BE49-F238E27FC236}">
                <a16:creationId xmlns:a16="http://schemas.microsoft.com/office/drawing/2014/main" id="{E25C0F8F-FA14-47FF-AE35-E6DB87F4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38361" y="2610100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2" name="テキスト プレースホルダー 6">
            <a:extLst>
              <a:ext uri="{FF2B5EF4-FFF2-40B4-BE49-F238E27FC236}">
                <a16:creationId xmlns:a16="http://schemas.microsoft.com/office/drawing/2014/main" id="{3E00CA89-B45A-4BEB-8A21-F5D1A70C48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34032" y="2987922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3" name="正方形/長方形 61">
            <a:extLst>
              <a:ext uri="{FF2B5EF4-FFF2-40B4-BE49-F238E27FC236}">
                <a16:creationId xmlns:a16="http://schemas.microsoft.com/office/drawing/2014/main" id="{89D92360-3D1B-4233-B046-FAF6B4330FB4}"/>
              </a:ext>
            </a:extLst>
          </p:cNvPr>
          <p:cNvSpPr/>
          <p:nvPr userDrawn="1"/>
        </p:nvSpPr>
        <p:spPr>
          <a:xfrm>
            <a:off x="3538010" y="2939218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4" name="テキスト プレースホルダー 6">
            <a:extLst>
              <a:ext uri="{FF2B5EF4-FFF2-40B4-BE49-F238E27FC236}">
                <a16:creationId xmlns:a16="http://schemas.microsoft.com/office/drawing/2014/main" id="{4C4D3C3E-6679-4651-9E07-EFB488A469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16157" y="2606169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5" name="テキスト プレースホルダー 6">
            <a:extLst>
              <a:ext uri="{FF2B5EF4-FFF2-40B4-BE49-F238E27FC236}">
                <a16:creationId xmlns:a16="http://schemas.microsoft.com/office/drawing/2014/main" id="{A669A821-F417-46A4-AC47-BF2032DC11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11828" y="2983991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6" name="正方形/長方形 67">
            <a:extLst>
              <a:ext uri="{FF2B5EF4-FFF2-40B4-BE49-F238E27FC236}">
                <a16:creationId xmlns:a16="http://schemas.microsoft.com/office/drawing/2014/main" id="{5B1F9AC9-1495-4E79-BCDE-AF5C1BE4F0D8}"/>
              </a:ext>
            </a:extLst>
          </p:cNvPr>
          <p:cNvSpPr/>
          <p:nvPr userDrawn="1"/>
        </p:nvSpPr>
        <p:spPr>
          <a:xfrm>
            <a:off x="6015806" y="2935287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7" name="テキスト プレースホルダー 6">
            <a:extLst>
              <a:ext uri="{FF2B5EF4-FFF2-40B4-BE49-F238E27FC236}">
                <a16:creationId xmlns:a16="http://schemas.microsoft.com/office/drawing/2014/main" id="{6703A5AF-97A8-4CEA-98C6-6DB415930E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6110" y="2987922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8" name="円/楕円 19">
            <a:extLst>
              <a:ext uri="{FF2B5EF4-FFF2-40B4-BE49-F238E27FC236}">
                <a16:creationId xmlns:a16="http://schemas.microsoft.com/office/drawing/2014/main" id="{5EDA10AF-4FE5-4FA4-B311-0118DF9C7526}"/>
              </a:ext>
            </a:extLst>
          </p:cNvPr>
          <p:cNvSpPr/>
          <p:nvPr userDrawn="1"/>
        </p:nvSpPr>
        <p:spPr>
          <a:xfrm>
            <a:off x="6636719" y="220418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79" name="円/楕円 13">
            <a:extLst>
              <a:ext uri="{FF2B5EF4-FFF2-40B4-BE49-F238E27FC236}">
                <a16:creationId xmlns:a16="http://schemas.microsoft.com/office/drawing/2014/main" id="{7D42EB63-C8B6-412A-A41A-FF22AE89E48A}"/>
              </a:ext>
            </a:extLst>
          </p:cNvPr>
          <p:cNvSpPr/>
          <p:nvPr userDrawn="1"/>
        </p:nvSpPr>
        <p:spPr>
          <a:xfrm>
            <a:off x="6700237" y="2267699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12C9093-D28E-4FD2-A2DC-C2D03572506E}"/>
              </a:ext>
            </a:extLst>
          </p:cNvPr>
          <p:cNvCxnSpPr>
            <a:cxnSpLocks/>
            <a:stCxn id="49" idx="6"/>
            <a:endCxn id="78" idx="2"/>
          </p:cNvCxnSpPr>
          <p:nvPr userDrawn="1"/>
        </p:nvCxnSpPr>
        <p:spPr>
          <a:xfrm flipV="1">
            <a:off x="4516032" y="2382000"/>
            <a:ext cx="2120687" cy="8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78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85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3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1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/>
      <p:bldP spid="48" grpId="0" animBg="1"/>
      <p:bldP spid="49" grpId="0" animBg="1"/>
      <p:bldP spid="50" grpId="0" animBg="1"/>
      <p:bldP spid="52" grpId="0" animBg="1"/>
      <p:bldP spid="5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/>
      <p:bldP spid="7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/>
      <p:bldP spid="79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2182091"/>
            <a:ext cx="9144794" cy="1302327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6" name="円/楕円 15"/>
          <p:cNvSpPr/>
          <p:nvPr userDrawn="1"/>
        </p:nvSpPr>
        <p:spPr>
          <a:xfrm>
            <a:off x="1246510" y="3318287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7" name="円/楕円 16"/>
          <p:cNvSpPr/>
          <p:nvPr userDrawn="1"/>
        </p:nvSpPr>
        <p:spPr>
          <a:xfrm>
            <a:off x="2479606" y="2530161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円/楕円 17"/>
          <p:cNvSpPr/>
          <p:nvPr userDrawn="1"/>
        </p:nvSpPr>
        <p:spPr>
          <a:xfrm>
            <a:off x="3712701" y="3055578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9" name="円/楕円 18"/>
          <p:cNvSpPr/>
          <p:nvPr userDrawn="1"/>
        </p:nvSpPr>
        <p:spPr>
          <a:xfrm>
            <a:off x="4945797" y="2267453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6178892" y="2792870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円/楕円 20"/>
          <p:cNvSpPr/>
          <p:nvPr userDrawn="1"/>
        </p:nvSpPr>
        <p:spPr>
          <a:xfrm>
            <a:off x="7411988" y="2004744"/>
            <a:ext cx="355656" cy="3556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573264" y="463356"/>
            <a:ext cx="4887622" cy="252028"/>
          </a:xfrm>
        </p:spPr>
        <p:txBody>
          <a:bodyPr/>
          <a:lstStyle>
            <a:lvl1pPr marL="0" indent="0">
              <a:buNone/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28487" y="712999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" name="円/楕円 4"/>
          <p:cNvSpPr/>
          <p:nvPr userDrawn="1"/>
        </p:nvSpPr>
        <p:spPr>
          <a:xfrm>
            <a:off x="1310028" y="3381799"/>
            <a:ext cx="228620" cy="228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1" name="円/楕円 10"/>
          <p:cNvSpPr/>
          <p:nvPr userDrawn="1"/>
        </p:nvSpPr>
        <p:spPr>
          <a:xfrm>
            <a:off x="2543124" y="2593674"/>
            <a:ext cx="228620" cy="22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円/楕円 11"/>
          <p:cNvSpPr/>
          <p:nvPr userDrawn="1"/>
        </p:nvSpPr>
        <p:spPr>
          <a:xfrm>
            <a:off x="3776219" y="3119091"/>
            <a:ext cx="22862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3" name="円/楕円 12"/>
          <p:cNvSpPr/>
          <p:nvPr userDrawn="1"/>
        </p:nvSpPr>
        <p:spPr>
          <a:xfrm>
            <a:off x="5009315" y="2330965"/>
            <a:ext cx="228620" cy="22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6242410" y="2856382"/>
            <a:ext cx="228620" cy="22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円/楕円 14"/>
          <p:cNvSpPr/>
          <p:nvPr userDrawn="1"/>
        </p:nvSpPr>
        <p:spPr>
          <a:xfrm>
            <a:off x="7475506" y="2068257"/>
            <a:ext cx="22862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14529" y="3749591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410200" y="4127413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614178" y="4078709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634800" y="2083478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630471" y="1428886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834449" y="2068257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2890686" y="3493892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2886357" y="3871714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3090335" y="3823010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4106887" y="1855058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4102558" y="1200466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4306536" y="1839837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349949" y="3224256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345620" y="3602078"/>
            <a:ext cx="2028277" cy="61166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5549598" y="3553374"/>
            <a:ext cx="1620321" cy="360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573078" y="1584714"/>
            <a:ext cx="2019618" cy="360040"/>
          </a:xfrm>
        </p:spPr>
        <p:txBody>
          <a:bodyPr anchor="b">
            <a:noAutofit/>
          </a:bodyPr>
          <a:lstStyle>
            <a:lvl1pPr algn="ctr">
              <a:defRPr sz="14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568749" y="930122"/>
            <a:ext cx="2028277" cy="611661"/>
          </a:xfrm>
        </p:spPr>
        <p:txBody>
          <a:bodyPr anchor="b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6772727" y="1569493"/>
            <a:ext cx="1620321" cy="360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8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728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  <p:bldP spid="38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1583408" y="771550"/>
            <a:ext cx="7165418" cy="252028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619415" y="699542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0" name="円/楕円 9"/>
          <p:cNvSpPr/>
          <p:nvPr userDrawn="1"/>
        </p:nvSpPr>
        <p:spPr>
          <a:xfrm>
            <a:off x="691128" y="1371430"/>
            <a:ext cx="1576536" cy="1576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677059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2769810" y="1371430"/>
            <a:ext cx="1576536" cy="1576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4" name="円/楕円 13"/>
          <p:cNvSpPr/>
          <p:nvPr userDrawn="1"/>
        </p:nvSpPr>
        <p:spPr>
          <a:xfrm>
            <a:off x="2687860" y="1309357"/>
            <a:ext cx="1576536" cy="1576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755741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4848492" y="1371430"/>
            <a:ext cx="1576536" cy="15764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7" name="円/楕円 16"/>
          <p:cNvSpPr/>
          <p:nvPr userDrawn="1"/>
        </p:nvSpPr>
        <p:spPr>
          <a:xfrm>
            <a:off x="4766542" y="1309357"/>
            <a:ext cx="1576536" cy="1576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834422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6927174" y="1371430"/>
            <a:ext cx="1576536" cy="15764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0" name="円/楕円 19"/>
          <p:cNvSpPr/>
          <p:nvPr userDrawn="1"/>
        </p:nvSpPr>
        <p:spPr>
          <a:xfrm>
            <a:off x="6845224" y="1309357"/>
            <a:ext cx="1576536" cy="1576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6913105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2994068"/>
            <a:ext cx="1988988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636527" y="3558929"/>
            <a:ext cx="1620321" cy="3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2992897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3608423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2719199" y="3557756"/>
            <a:ext cx="1620321" cy="360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4801872" y="3558929"/>
            <a:ext cx="1620321" cy="36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6884544" y="3558929"/>
            <a:ext cx="1620321" cy="360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3241481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76329" y="4716394"/>
            <a:ext cx="540107" cy="273844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8956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50"/>
                            </p:stCondLst>
                            <p:childTnLst>
                              <p:par>
                                <p:cTn id="2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6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55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0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50"/>
                            </p:stCondLst>
                            <p:childTnLst>
                              <p:par>
                                <p:cTn id="1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81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9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6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100"/>
                            </p:stCondLst>
                            <p:childTnLst>
                              <p:par>
                                <p:cTn id="15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Slide Title Goes Here</a:t>
            </a:r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1583408" y="771550"/>
            <a:ext cx="7165418" cy="252028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/>
              <a:t>Short description goes here</a:t>
            </a:r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619415" y="699542"/>
            <a:ext cx="1620321" cy="36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670099" y="1331787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2755741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4834422" y="135032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6918402" y="1331788"/>
            <a:ext cx="1531669" cy="153153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900" baseline="0"/>
            </a:lvl1pPr>
          </a:lstStyle>
          <a:p>
            <a:r>
              <a:rPr kumimoji="1" lang="en-US" altLang="ja-JP"/>
              <a:t>Add an image</a:t>
            </a:r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41440" y="2994068"/>
            <a:ext cx="1988988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17688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510377" y="2992897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600360" y="3608423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595649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4683032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6680922" y="2994068"/>
            <a:ext cx="2006630" cy="360040"/>
          </a:xfrm>
        </p:spPr>
        <p:txBody>
          <a:bodyPr anchor="t">
            <a:noAutofit/>
          </a:bodyPr>
          <a:lstStyle>
            <a:lvl1pPr algn="ctr">
              <a:defRPr sz="14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6765705" y="3609595"/>
            <a:ext cx="1858000" cy="821731"/>
          </a:xfrm>
        </p:spPr>
        <p:txBody>
          <a:bodyPr anchor="t">
            <a:noAutofit/>
          </a:bodyPr>
          <a:lstStyle>
            <a:lvl1pPr algn="ctr">
              <a:defRPr sz="9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516513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599186" y="3241481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4681858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6764531" y="3242653"/>
            <a:ext cx="1858000" cy="286968"/>
          </a:xfrm>
        </p:spPr>
        <p:txBody>
          <a:bodyPr anchor="t">
            <a:noAutofit/>
          </a:bodyPr>
          <a:lstStyle>
            <a:lvl1pPr algn="ctr">
              <a:defRPr sz="9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/>
              <a:t>Text goes here</a:t>
            </a:r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76329" y="4716394"/>
            <a:ext cx="540107" cy="273844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9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defPPr>
              <a:defRPr lang="ja-JP"/>
            </a:defPPr>
            <a:lvl1pPr marL="0" algn="r" defTabSz="1632753" rtl="0" eaLnBrk="1" latinLnBrk="0" hangingPunct="1">
              <a:defRPr kumimoji="1"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816376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753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129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505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1882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258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634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011" algn="l" defTabSz="1632753" rtl="0" eaLnBrk="1" latinLnBrk="0" hangingPunct="1"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/>
              <a:t>ESCUELA POLITÉCNICA NACIONAL | Jonathan A. Zea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2829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5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40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50"/>
                            </p:stCondLst>
                            <p:childTnLst>
                              <p:par>
                                <p:cTn id="6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3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300"/>
                            </p:stCondLst>
                            <p:childTnLst>
                              <p:par>
                                <p:cTn id="8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8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2" grpId="1" animBg="1"/>
      <p:bldP spid="15" grpId="0" animBg="1"/>
      <p:bldP spid="15" grpId="1" animBg="1"/>
      <p:bldP spid="18" grpId="0" animBg="1"/>
      <p:bldP spid="18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C704C-62F1-CD41-AB17-1D9C53A61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2665" y="178045"/>
            <a:ext cx="6087207" cy="45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205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8650" y="1369219"/>
            <a:ext cx="3346720" cy="2957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59898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08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A2B630-0D2B-0947-A6F6-98AE6C18E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/>
          <a:srcRect b="22282"/>
          <a:stretch/>
        </p:blipFill>
        <p:spPr>
          <a:xfrm>
            <a:off x="0" y="4723626"/>
            <a:ext cx="9144000" cy="43462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716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90E3CF2-90CB-9740-98F8-038213F2F7AA}"/>
              </a:ext>
            </a:extLst>
          </p:cNvPr>
          <p:cNvSpPr txBox="1">
            <a:spLocks/>
          </p:cNvSpPr>
          <p:nvPr userDrawn="1"/>
        </p:nvSpPr>
        <p:spPr>
          <a:xfrm>
            <a:off x="628648" y="4723626"/>
            <a:ext cx="6526691" cy="43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66A1"/>
              </a:buClr>
              <a:buFont typeface="LucidaGrande" charset="0"/>
              <a:buNone/>
              <a:defRPr sz="21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LucidaGrande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Wingdings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Courier New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>
                <a:solidFill>
                  <a:schemeClr val="bg1"/>
                </a:solidFill>
              </a:rPr>
              <a:t>Jonathan A. Zea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7FC662-B1F0-41CB-BEB5-665E9AD258DA}"/>
              </a:ext>
            </a:extLst>
          </p:cNvPr>
          <p:cNvGrpSpPr/>
          <p:nvPr userDrawn="1"/>
        </p:nvGrpSpPr>
        <p:grpSpPr>
          <a:xfrm>
            <a:off x="7341258" y="4685343"/>
            <a:ext cx="1764642" cy="530406"/>
            <a:chOff x="7341258" y="4685343"/>
            <a:chExt cx="1764642" cy="530406"/>
          </a:xfrm>
        </p:grpSpPr>
        <p:pic>
          <p:nvPicPr>
            <p:cNvPr id="13" name="Picture 12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D80F76D6-E7D9-4F1A-B103-43995C81A2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biLevel thresh="25000"/>
            </a:blip>
            <a:srcRect l="26854"/>
            <a:stretch/>
          </p:blipFill>
          <p:spPr>
            <a:xfrm>
              <a:off x="7718048" y="4685343"/>
              <a:ext cx="1387852" cy="530406"/>
            </a:xfrm>
            <a:prstGeom prst="rect">
              <a:avLst/>
            </a:prstGeom>
          </p:spPr>
        </p:pic>
        <p:pic>
          <p:nvPicPr>
            <p:cNvPr id="14" name="Picture 13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EE17B30-CC81-4757-8D8D-F4E00F81D6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r="72691"/>
            <a:stretch/>
          </p:blipFill>
          <p:spPr>
            <a:xfrm>
              <a:off x="7341258" y="4757699"/>
              <a:ext cx="376790" cy="385695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788896A-593E-4CA7-AE03-B9D926B4CF68}"/>
              </a:ext>
            </a:extLst>
          </p:cNvPr>
          <p:cNvSpPr txBox="1"/>
          <p:nvPr userDrawn="1"/>
        </p:nvSpPr>
        <p:spPr>
          <a:xfrm>
            <a:off x="151357" y="484282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294F834-4E36-46CF-A633-4B5D9B93D858}" type="slidenum">
              <a:rPr lang="es-EC" sz="800" dirty="0" smtClean="0">
                <a:solidFill>
                  <a:schemeClr val="bg1"/>
                </a:solidFill>
              </a:rPr>
              <a:t>‹#›</a:t>
            </a:fld>
            <a:endParaRPr lang="es-EC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6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35" r:id="rId6"/>
    <p:sldLayoutId id="2147483737" r:id="rId7"/>
    <p:sldLayoutId id="2147483719" r:id="rId8"/>
    <p:sldLayoutId id="2147483734" r:id="rId9"/>
    <p:sldLayoutId id="2147483736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>
          <a:solidFill>
            <a:schemeClr val="accent1">
              <a:lumMod val="75000"/>
            </a:schemeClr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66A1"/>
        </a:buClr>
        <a:buFont typeface="LucidaGrande" charset="0"/>
        <a:buChar char="▸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LucidaGrande" charset="0"/>
        <a:buChar char="-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Courier New" charset="0"/>
        <a:buChar char="o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A2B630-0D2B-0947-A6F6-98AE6C18E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b="22282"/>
          <a:stretch/>
        </p:blipFill>
        <p:spPr>
          <a:xfrm>
            <a:off x="0" y="4723626"/>
            <a:ext cx="9144000" cy="4346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2A8EC2D-3157-DA4D-B40F-A249D70D963D}"/>
              </a:ext>
            </a:extLst>
          </p:cNvPr>
          <p:cNvSpPr/>
          <p:nvPr userDrawn="1"/>
        </p:nvSpPr>
        <p:spPr>
          <a:xfrm>
            <a:off x="-1" y="-14748"/>
            <a:ext cx="9144001" cy="53299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948" y="32824"/>
            <a:ext cx="7886700" cy="4150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716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90E3CF2-90CB-9740-98F8-038213F2F7AA}"/>
              </a:ext>
            </a:extLst>
          </p:cNvPr>
          <p:cNvSpPr txBox="1">
            <a:spLocks/>
          </p:cNvSpPr>
          <p:nvPr userDrawn="1"/>
        </p:nvSpPr>
        <p:spPr>
          <a:xfrm>
            <a:off x="628648" y="4723626"/>
            <a:ext cx="6526691" cy="43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66A1"/>
              </a:buClr>
              <a:buFont typeface="LucidaGrande" charset="0"/>
              <a:buNone/>
              <a:defRPr sz="21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LucidaGrande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Wingdings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Courier New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>
                <a:solidFill>
                  <a:schemeClr val="bg1"/>
                </a:solidFill>
              </a:rPr>
              <a:t>Jonathan A. Zea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7FC662-B1F0-41CB-BEB5-665E9AD258DA}"/>
              </a:ext>
            </a:extLst>
          </p:cNvPr>
          <p:cNvGrpSpPr/>
          <p:nvPr userDrawn="1"/>
        </p:nvGrpSpPr>
        <p:grpSpPr>
          <a:xfrm>
            <a:off x="7341258" y="4685343"/>
            <a:ext cx="1764642" cy="530406"/>
            <a:chOff x="7341258" y="4685343"/>
            <a:chExt cx="1764642" cy="530406"/>
          </a:xfrm>
        </p:grpSpPr>
        <p:pic>
          <p:nvPicPr>
            <p:cNvPr id="13" name="Picture 12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D80F76D6-E7D9-4F1A-B103-43995C81A2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biLevel thresh="25000"/>
            </a:blip>
            <a:srcRect l="26854"/>
            <a:stretch/>
          </p:blipFill>
          <p:spPr>
            <a:xfrm>
              <a:off x="7718048" y="4685343"/>
              <a:ext cx="1387852" cy="530406"/>
            </a:xfrm>
            <a:prstGeom prst="rect">
              <a:avLst/>
            </a:prstGeom>
          </p:spPr>
        </p:pic>
        <p:pic>
          <p:nvPicPr>
            <p:cNvPr id="14" name="Picture 13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EE17B30-CC81-4757-8D8D-F4E00F81D6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72691"/>
            <a:stretch/>
          </p:blipFill>
          <p:spPr>
            <a:xfrm>
              <a:off x="7341258" y="4757699"/>
              <a:ext cx="376790" cy="385695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9A943ED-B5C6-483B-BF6A-E3667B376A44}"/>
              </a:ext>
            </a:extLst>
          </p:cNvPr>
          <p:cNvSpPr txBox="1"/>
          <p:nvPr userDrawn="1"/>
        </p:nvSpPr>
        <p:spPr>
          <a:xfrm>
            <a:off x="151357" y="484282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294F834-4E36-46CF-A633-4B5D9B93D858}" type="slidenum">
              <a:rPr lang="es-EC" sz="800" dirty="0" smtClean="0">
                <a:solidFill>
                  <a:schemeClr val="bg1"/>
                </a:solidFill>
              </a:rPr>
              <a:t>‹#›</a:t>
            </a:fld>
            <a:endParaRPr lang="es-EC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9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89" r:id="rId3"/>
    <p:sldLayoutId id="2147483687" r:id="rId4"/>
    <p:sldLayoutId id="2147483675" r:id="rId5"/>
    <p:sldLayoutId id="2147483664" r:id="rId6"/>
    <p:sldLayoutId id="2147483674" r:id="rId7"/>
    <p:sldLayoutId id="214748366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688" r:id="rId2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>
          <a:solidFill>
            <a:schemeClr val="accent1">
              <a:lumMod val="20000"/>
              <a:lumOff val="80000"/>
            </a:schemeClr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66A1"/>
        </a:buClr>
        <a:buFont typeface="LucidaGrande" charset="0"/>
        <a:buChar char="▸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LucidaGrande" charset="0"/>
        <a:buChar char="-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Courier New" charset="0"/>
        <a:buChar char="o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9A4AEB-9C73-FE43-9E38-3C9DBD40E73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2A8EC2D-3157-DA4D-B40F-A249D70D963D}"/>
              </a:ext>
            </a:extLst>
          </p:cNvPr>
          <p:cNvSpPr/>
          <p:nvPr userDrawn="1"/>
        </p:nvSpPr>
        <p:spPr>
          <a:xfrm>
            <a:off x="-1" y="-14748"/>
            <a:ext cx="4572001" cy="46547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2B630-0D2B-0947-A6F6-98AE6C18E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22282"/>
          <a:stretch/>
        </p:blipFill>
        <p:spPr>
          <a:xfrm>
            <a:off x="0" y="4625254"/>
            <a:ext cx="9144000" cy="5329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17136"/>
            <a:ext cx="3346720" cy="4150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65633"/>
            <a:ext cx="3346720" cy="286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90E3CF2-90CB-9740-98F8-038213F2F7AA}"/>
              </a:ext>
            </a:extLst>
          </p:cNvPr>
          <p:cNvSpPr txBox="1">
            <a:spLocks/>
          </p:cNvSpPr>
          <p:nvPr userDrawn="1"/>
        </p:nvSpPr>
        <p:spPr>
          <a:xfrm>
            <a:off x="628649" y="4716405"/>
            <a:ext cx="3022466" cy="350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66A1"/>
              </a:buClr>
              <a:buFont typeface="LucidaGrande" charset="0"/>
              <a:buNone/>
              <a:defRPr sz="21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LucidaGrande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Wingdings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Courier New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i="0">
                <a:solidFill>
                  <a:schemeClr val="bg1"/>
                </a:solidFill>
              </a:rPr>
              <a:t>Jonathan A. Zea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9D31FBCB-8CAF-4AB2-A611-4FA07A04E6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9908" b="19909"/>
          <a:stretch/>
        </p:blipFill>
        <p:spPr>
          <a:xfrm>
            <a:off x="8116855" y="4569358"/>
            <a:ext cx="1027145" cy="61816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8839926-9966-47FC-A40A-7D0E04E9C6FC}"/>
              </a:ext>
            </a:extLst>
          </p:cNvPr>
          <p:cNvSpPr txBox="1">
            <a:spLocks/>
          </p:cNvSpPr>
          <p:nvPr userDrawn="1"/>
        </p:nvSpPr>
        <p:spPr>
          <a:xfrm>
            <a:off x="5094389" y="4716405"/>
            <a:ext cx="3022466" cy="350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66A1"/>
              </a:buClr>
              <a:buFont typeface="LucidaGrande" charset="0"/>
              <a:buNone/>
              <a:defRPr sz="2100" b="1" i="1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LucidaGrande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Wingdings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66A1"/>
              </a:buClr>
              <a:buFont typeface="Courier New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i="0" err="1">
                <a:solidFill>
                  <a:schemeClr val="bg1"/>
                </a:solidFill>
              </a:rPr>
              <a:t>Laboratorio</a:t>
            </a:r>
            <a:r>
              <a:rPr lang="en-US" sz="1200" i="0">
                <a:solidFill>
                  <a:schemeClr val="bg1"/>
                </a:solidFill>
              </a:rPr>
              <a:t> de </a:t>
            </a:r>
            <a:r>
              <a:rPr lang="en-US" sz="1200" i="0" err="1">
                <a:solidFill>
                  <a:schemeClr val="bg1"/>
                </a:solidFill>
              </a:rPr>
              <a:t>Inteligencia</a:t>
            </a:r>
            <a:r>
              <a:rPr lang="en-US" sz="1200" i="0">
                <a:solidFill>
                  <a:schemeClr val="bg1"/>
                </a:solidFill>
              </a:rPr>
              <a:t> y </a:t>
            </a:r>
            <a:r>
              <a:rPr lang="en-US" sz="1200" i="0" err="1">
                <a:solidFill>
                  <a:schemeClr val="bg1"/>
                </a:solidFill>
              </a:rPr>
              <a:t>Visión</a:t>
            </a:r>
            <a:r>
              <a:rPr lang="en-US" sz="1200" i="0">
                <a:solidFill>
                  <a:schemeClr val="bg1"/>
                </a:solidFill>
              </a:rPr>
              <a:t> Artificial</a:t>
            </a: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EC6ED33C-91A6-40CB-886C-109E0FB1194A}"/>
              </a:ext>
            </a:extLst>
          </p:cNvPr>
          <p:cNvSpPr/>
          <p:nvPr userDrawn="1"/>
        </p:nvSpPr>
        <p:spPr>
          <a:xfrm rot="5400000">
            <a:off x="-284774" y="4354557"/>
            <a:ext cx="402622" cy="575189"/>
          </a:xfrm>
          <a:prstGeom prst="snip1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84746-2D14-4A42-BA0D-242A3008C6AE}"/>
              </a:ext>
            </a:extLst>
          </p:cNvPr>
          <p:cNvSpPr txBox="1"/>
          <p:nvPr userDrawn="1"/>
        </p:nvSpPr>
        <p:spPr>
          <a:xfrm>
            <a:off x="151357" y="484282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294F834-4E36-46CF-A633-4B5D9B93D858}" type="slidenum">
              <a:rPr lang="es-EC" sz="800" dirty="0" smtClean="0">
                <a:solidFill>
                  <a:schemeClr val="bg1"/>
                </a:solidFill>
              </a:rPr>
              <a:t>‹#›</a:t>
            </a:fld>
            <a:endParaRPr lang="es-EC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29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3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66A1"/>
        </a:buClr>
        <a:buFont typeface="LucidaGrande" charset="0"/>
        <a:buChar char="▸"/>
        <a:defRPr sz="1650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LucidaGrande" charset="0"/>
        <a:buChar char="-"/>
        <a:defRPr sz="135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Wingdings" charset="2"/>
        <a:buChar char="§"/>
        <a:defRPr sz="135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6A1"/>
        </a:buClr>
        <a:buFont typeface="Courier New" charset="0"/>
        <a:buChar char="o"/>
        <a:defRPr sz="135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1C7A18CF-6C9E-4F1B-9105-639F3E23F8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59FD3-CFCD-43FA-B0D0-948AD00F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Presentación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202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483F2BB-B5F9-4A62-B6E0-A6B95C278A7B}"/>
              </a:ext>
            </a:extLst>
          </p:cNvPr>
          <p:cNvSpPr txBox="1"/>
          <p:nvPr/>
        </p:nvSpPr>
        <p:spPr>
          <a:xfrm>
            <a:off x="748102" y="174721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/>
              <a:t>5e-3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263CDB-8A6E-4FC7-823F-C7BDBE1123C3}"/>
              </a:ext>
            </a:extLst>
          </p:cNvPr>
          <p:cNvCxnSpPr>
            <a:cxnSpLocks/>
            <a:stCxn id="8" idx="2"/>
          </p:cNvCxnSpPr>
          <p:nvPr/>
        </p:nvCxnSpPr>
        <p:spPr>
          <a:xfrm flipV="1">
            <a:off x="505450" y="2010957"/>
            <a:ext cx="810710" cy="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ED7FB-4CC5-447D-9FE1-DECDD2F9EE6D}"/>
              </a:ext>
            </a:extLst>
          </p:cNvPr>
          <p:cNvGrpSpPr>
            <a:grpSpLocks/>
          </p:cNvGrpSpPr>
          <p:nvPr/>
        </p:nvGrpSpPr>
        <p:grpSpPr>
          <a:xfrm>
            <a:off x="199450" y="747519"/>
            <a:ext cx="612000" cy="1551438"/>
            <a:chOff x="1627632" y="772626"/>
            <a:chExt cx="612000" cy="1551438"/>
          </a:xfrm>
          <a:solidFill>
            <a:schemeClr val="accent1">
              <a:lumMod val="40000"/>
              <a:lumOff val="6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9A7B50-F80A-4898-8BF2-AAC94EAE722D}"/>
                    </a:ext>
                  </a:extLst>
                </p:cNvPr>
                <p:cNvSpPr txBox="1"/>
                <p:nvPr/>
              </p:nvSpPr>
              <p:spPr>
                <a:xfrm>
                  <a:off x="1627632" y="772626"/>
                  <a:ext cx="612000" cy="369332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C" b="0" i="1" smtClean="0">
                            <a:latin typeface="Cambria Math" panose="02040503050406030204" pitchFamily="18" charset="0"/>
                          </a:rPr>
                          <m:t>𝑎𝑟𝑛𝑜𝑙𝑑</m:t>
                        </m:r>
                      </m:oMath>
                    </m:oMathPara>
                  </a14:m>
                  <a:endParaRPr lang="es-EC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9A7B50-F80A-4898-8BF2-AAC94EAE7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32" y="772626"/>
                  <a:ext cx="6120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4510" r="-1568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DA8B25-DBE0-4F2B-A409-6EEDE95B83DD}"/>
                </a:ext>
              </a:extLst>
            </p:cNvPr>
            <p:cNvSpPr txBox="1"/>
            <p:nvPr/>
          </p:nvSpPr>
          <p:spPr>
            <a:xfrm>
              <a:off x="1627632" y="1173848"/>
              <a:ext cx="61200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>
                  <a:highlight>
                    <a:srgbClr val="FF0000"/>
                  </a:highlight>
                </a:rPr>
                <a:t>1e-5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DB1EA0-89EC-4448-928D-CB6E64BC3927}"/>
                </a:ext>
              </a:extLst>
            </p:cNvPr>
            <p:cNvSpPr txBox="1"/>
            <p:nvPr/>
          </p:nvSpPr>
          <p:spPr>
            <a:xfrm>
              <a:off x="1627632" y="1461254"/>
              <a:ext cx="61200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>
                  <a:highlight>
                    <a:srgbClr val="FF0000"/>
                  </a:highlight>
                </a:rPr>
                <a:t>1e-4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0824DC-F39C-4BE6-A9E8-BA0422015896}"/>
                </a:ext>
              </a:extLst>
            </p:cNvPr>
            <p:cNvSpPr txBox="1"/>
            <p:nvPr/>
          </p:nvSpPr>
          <p:spPr>
            <a:xfrm>
              <a:off x="1627632" y="1748659"/>
              <a:ext cx="61200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1e-3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B8EEFD-B5D0-4F33-B28F-FFC78BA287C3}"/>
                </a:ext>
              </a:extLst>
            </p:cNvPr>
            <p:cNvSpPr txBox="1"/>
            <p:nvPr/>
          </p:nvSpPr>
          <p:spPr>
            <a:xfrm>
              <a:off x="1627632" y="2036064"/>
              <a:ext cx="61200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1e-2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B13BB8-16F4-413E-9EB0-CC181DC811E9}"/>
              </a:ext>
            </a:extLst>
          </p:cNvPr>
          <p:cNvGrpSpPr>
            <a:grpSpLocks/>
          </p:cNvGrpSpPr>
          <p:nvPr/>
        </p:nvGrpSpPr>
        <p:grpSpPr>
          <a:xfrm>
            <a:off x="1354524" y="747519"/>
            <a:ext cx="612000" cy="1551438"/>
            <a:chOff x="1627632" y="772626"/>
            <a:chExt cx="694420" cy="1551438"/>
          </a:xfrm>
          <a:solidFill>
            <a:schemeClr val="accent2">
              <a:lumMod val="40000"/>
              <a:lumOff val="6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61DDF00-392D-42A9-A1EF-67B4CC795F93}"/>
                    </a:ext>
                  </a:extLst>
                </p:cNvPr>
                <p:cNvSpPr txBox="1"/>
                <p:nvPr/>
              </p:nvSpPr>
              <p:spPr>
                <a:xfrm>
                  <a:off x="1627632" y="772626"/>
                  <a:ext cx="694420" cy="369332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C" b="0" i="1" smtClean="0">
                            <a:latin typeface="Cambria Math" panose="02040503050406030204" pitchFamily="18" charset="0"/>
                          </a:rPr>
                          <m:t>𝑎𝑟𝑛𝑜𝑙𝑑</m:t>
                        </m:r>
                      </m:oMath>
                      <m:oMath xmlns:m="http://schemas.openxmlformats.org/officeDocument/2006/math">
                        <m:r>
                          <a:rPr lang="es-EC" b="0" i="1" smtClean="0">
                            <a:latin typeface="Cambria Math" panose="02040503050406030204" pitchFamily="18" charset="0"/>
                          </a:rPr>
                          <m:t>𝑏𝑒𝑡𝑎</m:t>
                        </m:r>
                      </m:oMath>
                    </m:oMathPara>
                  </a14:m>
                  <a:endParaRPr lang="es-EC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61DDF00-392D-42A9-A1EF-67B4CC795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32" y="772626"/>
                  <a:ext cx="69442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3301" t="-19355" r="-15534" b="-2903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7A76F1-0525-4937-8AEC-0A25DB80C522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71D345A-AAFC-4C13-BDBD-B3EA7E5EA8F5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0.33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CCCFC8-E644-46C3-A3C5-ADF430F77AD0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0.66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4046D6-9852-42F6-97EE-28B39BCBC6A8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>
                  <a:highlight>
                    <a:srgbClr val="FF0000"/>
                  </a:highlight>
                </a:rPr>
                <a:t>1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C33A70C-0768-4C4A-8DE4-4F998AEFDC2C}"/>
              </a:ext>
            </a:extLst>
          </p:cNvPr>
          <p:cNvSpPr txBox="1"/>
          <p:nvPr/>
        </p:nvSpPr>
        <p:spPr>
          <a:xfrm>
            <a:off x="1890986" y="15699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/>
              <a:t>0.66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9C5F26-BE66-49EF-B407-5C7742D01467}"/>
              </a:ext>
            </a:extLst>
          </p:cNvPr>
          <p:cNvSpPr txBox="1"/>
          <p:nvPr/>
        </p:nvSpPr>
        <p:spPr>
          <a:xfrm>
            <a:off x="3108682" y="1867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/>
              <a:t>1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567004-2F28-46F8-AC30-8DF7301C1BB3}"/>
              </a:ext>
            </a:extLst>
          </p:cNvPr>
          <p:cNvGrpSpPr>
            <a:grpSpLocks/>
          </p:cNvGrpSpPr>
          <p:nvPr/>
        </p:nvGrpSpPr>
        <p:grpSpPr>
          <a:xfrm>
            <a:off x="2509598" y="747519"/>
            <a:ext cx="612000" cy="1551438"/>
            <a:chOff x="1627632" y="772626"/>
            <a:chExt cx="694420" cy="1551438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0011D2-5610-4794-825B-9F7514850C35}"/>
                </a:ext>
              </a:extLst>
            </p:cNvPr>
            <p:cNvSpPr txBox="1"/>
            <p:nvPr/>
          </p:nvSpPr>
          <p:spPr>
            <a:xfrm>
              <a:off x="1627632" y="772626"/>
              <a:ext cx="69442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C" sz="1400"/>
                <a:t>n-step</a:t>
              </a:r>
              <a:br>
                <a:rPr lang="es-EC" sz="1400"/>
              </a:br>
              <a:r>
                <a:rPr lang="es-EC" sz="1400"/>
                <a:t>TD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D02467A-937B-45D5-A239-CFC6E892F9D0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84F19E-0A76-4ECD-9AA0-A6C294D94246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6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D00FAD5-E684-497C-A2C3-20DE82F3D353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CA5096C-30E4-461E-AB1A-10E3C578C888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1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B4EB42-0E76-4F55-BF2A-2EC898518E73}"/>
              </a:ext>
            </a:extLst>
          </p:cNvPr>
          <p:cNvCxnSpPr>
            <a:cxnSpLocks/>
            <a:stCxn id="17" idx="3"/>
            <a:endCxn id="33" idx="1"/>
          </p:cNvCxnSpPr>
          <p:nvPr/>
        </p:nvCxnSpPr>
        <p:spPr>
          <a:xfrm>
            <a:off x="1966524" y="1867552"/>
            <a:ext cx="543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3DE823-28E8-44DB-8E2E-30CB83677B9C}"/>
              </a:ext>
            </a:extLst>
          </p:cNvPr>
          <p:cNvGrpSpPr>
            <a:grpSpLocks/>
          </p:cNvGrpSpPr>
          <p:nvPr/>
        </p:nvGrpSpPr>
        <p:grpSpPr>
          <a:xfrm>
            <a:off x="3664672" y="747519"/>
            <a:ext cx="612000" cy="1551438"/>
            <a:chOff x="1627632" y="772626"/>
            <a:chExt cx="694420" cy="1551438"/>
          </a:xfrm>
          <a:solidFill>
            <a:schemeClr val="accent2">
              <a:lumMod val="60000"/>
              <a:lumOff val="40000"/>
            </a:schemeClr>
          </a:solidFill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BA4341-66F8-4032-A23D-DF21B4634D23}"/>
                    </a:ext>
                  </a:extLst>
                </p:cNvPr>
                <p:cNvSpPr txBox="1"/>
                <p:nvPr/>
              </p:nvSpPr>
              <p:spPr>
                <a:xfrm>
                  <a:off x="1627632" y="772626"/>
                  <a:ext cx="694420" cy="369332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C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s-EC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BA4341-66F8-4032-A23D-DF21B4634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32" y="772626"/>
                  <a:ext cx="69442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322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CD0C2BB-3946-4222-83FA-B85040B36A82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0.01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32267F-E3DE-432F-B21D-144830A5F154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0.33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2BC92BD-9AB4-4386-88A1-7F105B2EC709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0.66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FF755F-832F-4B9F-B38A-17889F196DD6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>
                  <a:highlight>
                    <a:srgbClr val="FFFF00"/>
                  </a:highlight>
                </a:rPr>
                <a:t>1</a:t>
              </a:r>
              <a:r>
                <a:rPr lang="es-EC" baseline="30000">
                  <a:highlight>
                    <a:srgbClr val="FFFF00"/>
                  </a:highlight>
                </a:rPr>
                <a:t>?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BF67F4-EA8F-4180-BCFE-D17C126D9A71}"/>
              </a:ext>
            </a:extLst>
          </p:cNvPr>
          <p:cNvCxnSpPr>
            <a:cxnSpLocks/>
            <a:stCxn id="34" idx="3"/>
            <a:endCxn id="45" idx="1"/>
          </p:cNvCxnSpPr>
          <p:nvPr/>
        </p:nvCxnSpPr>
        <p:spPr>
          <a:xfrm>
            <a:off x="3121598" y="2154957"/>
            <a:ext cx="543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4D82DBC-23F8-4E34-80CA-513320DAC449}"/>
              </a:ext>
            </a:extLst>
          </p:cNvPr>
          <p:cNvGrpSpPr>
            <a:grpSpLocks/>
          </p:cNvGrpSpPr>
          <p:nvPr/>
        </p:nvGrpSpPr>
        <p:grpSpPr>
          <a:xfrm>
            <a:off x="4819746" y="747519"/>
            <a:ext cx="612000" cy="1551438"/>
            <a:chOff x="1627632" y="772626"/>
            <a:chExt cx="694420" cy="155143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D693B5-9218-45E9-9E98-715DEACA2CDF}"/>
                </a:ext>
              </a:extLst>
            </p:cNvPr>
            <p:cNvSpPr txBox="1"/>
            <p:nvPr/>
          </p:nvSpPr>
          <p:spPr>
            <a:xfrm>
              <a:off x="1627632" y="772626"/>
              <a:ext cx="69442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C" sz="1400" err="1"/>
                <a:t>Batch</a:t>
              </a:r>
              <a:br>
                <a:rPr lang="es-EC" sz="1400"/>
              </a:br>
              <a:r>
                <a:rPr lang="es-EC" sz="1400"/>
                <a:t>size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8EE8D47-90EE-446C-B019-8AD421EC9A61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256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11DB3F8-5646-49DD-87C1-65A848DFD6D1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600"/>
                <a:t>1024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25E23A6-3D38-48BC-8AE8-AE123B69D6D4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600"/>
                <a:t>2048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ED5774-DA44-49ED-8604-FCBE5DB9FBC8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600"/>
                <a:t>4096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749C7F-0C19-43A7-8DFE-D125C70F0C61}"/>
              </a:ext>
            </a:extLst>
          </p:cNvPr>
          <p:cNvCxnSpPr>
            <a:cxnSpLocks/>
            <a:stCxn id="65" idx="0"/>
          </p:cNvCxnSpPr>
          <p:nvPr/>
        </p:nvCxnSpPr>
        <p:spPr>
          <a:xfrm>
            <a:off x="6280820" y="1723552"/>
            <a:ext cx="8347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6411533-C75A-45E9-890F-D34FDB49F9F5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>
            <a:off x="4276672" y="2154957"/>
            <a:ext cx="543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DFE5F1A-0D19-4926-BE33-55D825F4D414}"/>
              </a:ext>
            </a:extLst>
          </p:cNvPr>
          <p:cNvSpPr txBox="1"/>
          <p:nvPr/>
        </p:nvSpPr>
        <p:spPr>
          <a:xfrm>
            <a:off x="4217559" y="186755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/>
              <a:t>0.99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9EB1801-9612-4DE8-A10E-BD43F245C608}"/>
              </a:ext>
            </a:extLst>
          </p:cNvPr>
          <p:cNvGrpSpPr>
            <a:grpSpLocks/>
          </p:cNvGrpSpPr>
          <p:nvPr/>
        </p:nvGrpSpPr>
        <p:grpSpPr>
          <a:xfrm>
            <a:off x="5974820" y="747519"/>
            <a:ext cx="612000" cy="1551438"/>
            <a:chOff x="1627632" y="772626"/>
            <a:chExt cx="694420" cy="1551438"/>
          </a:xfrm>
          <a:solidFill>
            <a:schemeClr val="bg1">
              <a:lumMod val="85000"/>
            </a:schemeClr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C112182-7D81-4DC3-B952-19467869A2F0}"/>
                </a:ext>
              </a:extLst>
            </p:cNvPr>
            <p:cNvSpPr txBox="1"/>
            <p:nvPr/>
          </p:nvSpPr>
          <p:spPr>
            <a:xfrm>
              <a:off x="1627632" y="772626"/>
              <a:ext cx="69442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C" sz="1200"/>
                <a:t># </a:t>
              </a:r>
              <a:r>
                <a:rPr lang="es-EC" sz="1200" err="1"/>
                <a:t>neurons</a:t>
              </a:r>
              <a:endParaRPr lang="es-EC" sz="120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C7C0BCC-01BA-45DC-972C-7D3539665550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39F6A56-7D1A-4C6F-8A4E-391810B7C6C4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8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1D649CC-1665-4D01-9799-0B07937DD167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32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0B8840F-4FBA-405C-953E-23D8DC8B933D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>
                  <a:highlight>
                    <a:srgbClr val="FF0000"/>
                  </a:highlight>
                </a:rPr>
                <a:t>64</a:t>
              </a:r>
              <a:r>
                <a:rPr lang="es-EC" baseline="30000">
                  <a:highlight>
                    <a:srgbClr val="FF0000"/>
                  </a:highlight>
                </a:rPr>
                <a:t>+</a:t>
              </a: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7D493C9-8AF1-4E8C-8D6B-D27B8710A127}"/>
              </a:ext>
            </a:extLst>
          </p:cNvPr>
          <p:cNvCxnSpPr>
            <a:cxnSpLocks/>
            <a:stCxn id="53" idx="3"/>
            <a:endCxn id="64" idx="1"/>
          </p:cNvCxnSpPr>
          <p:nvPr/>
        </p:nvCxnSpPr>
        <p:spPr>
          <a:xfrm>
            <a:off x="5431746" y="1580147"/>
            <a:ext cx="543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EA2BDC9-E49A-4887-8FAF-273265E38A52}"/>
              </a:ext>
            </a:extLst>
          </p:cNvPr>
          <p:cNvSpPr txBox="1"/>
          <p:nvPr/>
        </p:nvSpPr>
        <p:spPr>
          <a:xfrm>
            <a:off x="5374122" y="131474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400"/>
              <a:t>1024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B933E6-3942-41D0-8F83-0D53A1E2E0A0}"/>
              </a:ext>
            </a:extLst>
          </p:cNvPr>
          <p:cNvGrpSpPr>
            <a:grpSpLocks/>
          </p:cNvGrpSpPr>
          <p:nvPr/>
        </p:nvGrpSpPr>
        <p:grpSpPr>
          <a:xfrm>
            <a:off x="7129894" y="747519"/>
            <a:ext cx="612000" cy="1551438"/>
            <a:chOff x="1627632" y="772626"/>
            <a:chExt cx="694420" cy="155143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08FC843-DF4A-4309-AD45-258EF6C12AE4}"/>
                </a:ext>
              </a:extLst>
            </p:cNvPr>
            <p:cNvSpPr txBox="1"/>
            <p:nvPr/>
          </p:nvSpPr>
          <p:spPr>
            <a:xfrm>
              <a:off x="1627632" y="772626"/>
              <a:ext cx="69442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C" sz="1200" err="1"/>
                <a:t>Act</a:t>
              </a:r>
              <a:r>
                <a:rPr lang="es-EC" sz="1200"/>
                <a:t>. </a:t>
              </a:r>
              <a:r>
                <a:rPr lang="es-EC" sz="1200" err="1"/>
                <a:t>fcn</a:t>
              </a:r>
              <a:endParaRPr lang="es-EC" sz="12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BC3B0D8-BE9E-4D8E-AB67-2EEC00DEECE5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err="1"/>
                <a:t>elu</a:t>
              </a:r>
              <a:endParaRPr lang="es-EC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CE4C90A-3110-4EC6-964F-EAB0C9D48895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600" err="1"/>
                <a:t>leaky</a:t>
              </a:r>
              <a:endParaRPr lang="es-EC" sz="16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431D618-E0B5-442B-A8D0-582B6D29EB84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400" err="1">
                  <a:highlight>
                    <a:srgbClr val="FF0000"/>
                  </a:highlight>
                </a:rPr>
                <a:t>swish</a:t>
              </a:r>
              <a:endParaRPr lang="es-EC" sz="1400">
                <a:highlight>
                  <a:srgbClr val="FF0000"/>
                </a:highlight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AC688DD-2611-41B9-B1FA-4FDBC11C58DD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err="1"/>
                <a:t>tanh</a:t>
              </a:r>
              <a:endParaRPr lang="es-EC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EBDBABE-49CD-412D-9068-E15E24DE137B}"/>
              </a:ext>
            </a:extLst>
          </p:cNvPr>
          <p:cNvSpPr txBox="1"/>
          <p:nvPr/>
        </p:nvSpPr>
        <p:spPr>
          <a:xfrm>
            <a:off x="6517892" y="14378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/>
              <a:t>10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93775ED-FA10-47A2-AC91-DBE30E8DBCB8}"/>
              </a:ext>
            </a:extLst>
          </p:cNvPr>
          <p:cNvGrpSpPr>
            <a:grpSpLocks/>
          </p:cNvGrpSpPr>
          <p:nvPr/>
        </p:nvGrpSpPr>
        <p:grpSpPr>
          <a:xfrm>
            <a:off x="8284966" y="747519"/>
            <a:ext cx="694420" cy="1551438"/>
            <a:chOff x="1627632" y="772626"/>
            <a:chExt cx="694420" cy="1551438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64E477C-89E3-4AA1-9160-E6B6E5D94E89}"/>
                </a:ext>
              </a:extLst>
            </p:cNvPr>
            <p:cNvSpPr txBox="1"/>
            <p:nvPr/>
          </p:nvSpPr>
          <p:spPr>
            <a:xfrm>
              <a:off x="1627632" y="772626"/>
              <a:ext cx="69442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s-EC" sz="1200"/>
                <a:t># capas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143B01A-BB70-48D7-A5D0-F9D07AC6D154}"/>
                </a:ext>
              </a:extLst>
            </p:cNvPr>
            <p:cNvSpPr txBox="1"/>
            <p:nvPr/>
          </p:nvSpPr>
          <p:spPr>
            <a:xfrm>
              <a:off x="1627632" y="1173848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7D15818-53B3-4B34-AB32-3BD447A531A3}"/>
                </a:ext>
              </a:extLst>
            </p:cNvPr>
            <p:cNvSpPr txBox="1"/>
            <p:nvPr/>
          </p:nvSpPr>
          <p:spPr>
            <a:xfrm>
              <a:off x="1627632" y="146125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316C74D-0899-4E2F-BE55-B9A12AD210F1}"/>
                </a:ext>
              </a:extLst>
            </p:cNvPr>
            <p:cNvSpPr txBox="1"/>
            <p:nvPr/>
          </p:nvSpPr>
          <p:spPr>
            <a:xfrm>
              <a:off x="1627632" y="1748659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 sz="1600"/>
                <a:t>4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48489C6-E6A3-4819-9898-232A2D2425A4}"/>
                </a:ext>
              </a:extLst>
            </p:cNvPr>
            <p:cNvSpPr txBox="1"/>
            <p:nvPr/>
          </p:nvSpPr>
          <p:spPr>
            <a:xfrm>
              <a:off x="1627632" y="2036064"/>
              <a:ext cx="694420" cy="288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s-EC"/>
                <a:t>5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3ACFF5C-ABCD-42D2-BD75-605A0ED7588B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>
            <a:off x="7741894" y="932185"/>
            <a:ext cx="543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EFCD7221-EAD3-4898-9821-474E10F56204}"/>
              </a:ext>
            </a:extLst>
          </p:cNvPr>
          <p:cNvSpPr txBox="1"/>
          <p:nvPr/>
        </p:nvSpPr>
        <p:spPr>
          <a:xfrm>
            <a:off x="7722136" y="635706"/>
            <a:ext cx="510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600" err="1"/>
              <a:t>relu</a:t>
            </a:r>
            <a:endParaRPr lang="es-EC" sz="16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5483F9C-AD1D-4394-B861-EC08BA8BCA3D}"/>
              </a:ext>
            </a:extLst>
          </p:cNvPr>
          <p:cNvSpPr txBox="1"/>
          <p:nvPr/>
        </p:nvSpPr>
        <p:spPr>
          <a:xfrm>
            <a:off x="-13940" y="4294960"/>
            <a:ext cx="3135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400" i="1">
                <a:highlight>
                  <a:srgbClr val="FF0000"/>
                </a:highlight>
              </a:rPr>
              <a:t>en rojo</a:t>
            </a:r>
            <a:r>
              <a:rPr lang="es-EC" sz="1400" i="1"/>
              <a:t> resultados notoriamente peores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559360-9BCA-4C8F-9DED-1250485CDA18}"/>
              </a:ext>
            </a:extLst>
          </p:cNvPr>
          <p:cNvSpPr txBox="1"/>
          <p:nvPr/>
        </p:nvSpPr>
        <p:spPr>
          <a:xfrm>
            <a:off x="3266362" y="2487142"/>
            <a:ext cx="1706493" cy="307777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s-EC" sz="1400"/>
              <a:t>Salto abrupto a 4096</a:t>
            </a: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34F685DD-0721-474A-9EAD-F4BF479D0373}"/>
              </a:ext>
            </a:extLst>
          </p:cNvPr>
          <p:cNvCxnSpPr>
            <a:cxnSpLocks/>
            <a:stCxn id="55" idx="2"/>
            <a:endCxn id="101" idx="3"/>
          </p:cNvCxnSpPr>
          <p:nvPr/>
        </p:nvCxnSpPr>
        <p:spPr>
          <a:xfrm rot="5400000">
            <a:off x="4878264" y="2393549"/>
            <a:ext cx="342074" cy="152891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0991C10F-E096-4B3E-ACF0-B9878476BE3E}"/>
              </a:ext>
            </a:extLst>
          </p:cNvPr>
          <p:cNvSpPr txBox="1"/>
          <p:nvPr/>
        </p:nvSpPr>
        <p:spPr>
          <a:xfrm>
            <a:off x="3514470" y="2970707"/>
            <a:ext cx="2631554" cy="307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s-EC" sz="1400" baseline="30000"/>
              <a:t>+</a:t>
            </a:r>
            <a:r>
              <a:rPr lang="es-EC" sz="1400"/>
              <a:t>Peor rendimiento no tan notable</a:t>
            </a: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36765D3F-5DB4-42DE-A46F-904D8C965877}"/>
              </a:ext>
            </a:extLst>
          </p:cNvPr>
          <p:cNvCxnSpPr>
            <a:cxnSpLocks/>
            <a:stCxn id="66" idx="2"/>
            <a:endCxn id="108" idx="3"/>
          </p:cNvCxnSpPr>
          <p:nvPr/>
        </p:nvCxnSpPr>
        <p:spPr>
          <a:xfrm rot="5400000">
            <a:off x="5800603" y="2644378"/>
            <a:ext cx="825639" cy="134796"/>
          </a:xfrm>
          <a:prstGeom prst="bentConnector2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A5AAB08-1FFD-4444-8D24-70C32602AC99}"/>
              </a:ext>
            </a:extLst>
          </p:cNvPr>
          <p:cNvSpPr txBox="1"/>
          <p:nvPr/>
        </p:nvSpPr>
        <p:spPr>
          <a:xfrm>
            <a:off x="4297069" y="3454272"/>
            <a:ext cx="2881045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s-EC" sz="1400" err="1"/>
              <a:t>Swish</a:t>
            </a:r>
            <a:r>
              <a:rPr lang="es-EC" sz="1400"/>
              <a:t> usada en el ejemplo de Matlab</a:t>
            </a:r>
          </a:p>
          <a:p>
            <a:pPr algn="r"/>
            <a:r>
              <a:rPr lang="es-EC" sz="1400"/>
              <a:t>-Salida constante solo al abrir!</a:t>
            </a: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913CA75A-A6DF-48A1-9D2B-79843E7C78E1}"/>
              </a:ext>
            </a:extLst>
          </p:cNvPr>
          <p:cNvCxnSpPr>
            <a:cxnSpLocks/>
            <a:stCxn id="78" idx="2"/>
            <a:endCxn id="117" idx="3"/>
          </p:cNvCxnSpPr>
          <p:nvPr/>
        </p:nvCxnSpPr>
        <p:spPr>
          <a:xfrm rot="5400000">
            <a:off x="6598542" y="2878529"/>
            <a:ext cx="1416925" cy="257780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855A1BB-0698-4EEF-BCA7-9EE04222D3B3}"/>
              </a:ext>
            </a:extLst>
          </p:cNvPr>
          <p:cNvSpPr txBox="1"/>
          <p:nvPr/>
        </p:nvSpPr>
        <p:spPr>
          <a:xfrm>
            <a:off x="3982135" y="4153280"/>
            <a:ext cx="4495783" cy="52322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s-EC" sz="1400"/>
              <a:t># Neuronas escogido manteniendo mismo # de parámetros</a:t>
            </a:r>
          </a:p>
          <a:p>
            <a:pPr algn="r"/>
            <a:r>
              <a:rPr lang="es-EC" sz="1400"/>
              <a:t>*1500 parámetros</a:t>
            </a:r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4F619CB9-2035-4B43-8077-66AB005B6E5D}"/>
              </a:ext>
            </a:extLst>
          </p:cNvPr>
          <p:cNvCxnSpPr>
            <a:cxnSpLocks/>
            <a:stCxn id="88" idx="2"/>
            <a:endCxn id="130" idx="3"/>
          </p:cNvCxnSpPr>
          <p:nvPr/>
        </p:nvCxnSpPr>
        <p:spPr>
          <a:xfrm rot="5400000">
            <a:off x="7497081" y="3279794"/>
            <a:ext cx="2115933" cy="154258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0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E5B7F8-D398-E574-1B25-E78AD68CB5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5835"/>
          <a:stretch>
            <a:fillRect/>
          </a:stretch>
        </p:blipFill>
        <p:spPr>
          <a:xfrm>
            <a:off x="0" y="209643"/>
            <a:ext cx="9144000" cy="36180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ED2C08-AE28-D59C-E3EC-86FDEB0FCFC5}"/>
              </a:ext>
            </a:extLst>
          </p:cNvPr>
          <p:cNvSpPr txBox="1"/>
          <p:nvPr/>
        </p:nvSpPr>
        <p:spPr>
          <a:xfrm>
            <a:off x="7227417" y="2750516"/>
            <a:ext cx="18181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Gated</a:t>
            </a:r>
            <a:br>
              <a:rPr lang="en-US" sz="1600"/>
            </a:br>
            <a:r>
              <a:rPr lang="en-US" sz="1600"/>
              <a:t>L0 collapses to 1-&gt;0</a:t>
            </a:r>
          </a:p>
          <a:p>
            <a:r>
              <a:rPr lang="en-US" sz="1600"/>
              <a:t>FVU at 1!</a:t>
            </a:r>
          </a:p>
          <a:p>
            <a:r>
              <a:rPr lang="en-US" sz="1600"/>
              <a:t>100% dead!</a:t>
            </a:r>
          </a:p>
        </p:txBody>
      </p:sp>
    </p:spTree>
    <p:extLst>
      <p:ext uri="{BB962C8B-B14F-4D97-AF65-F5344CB8AC3E}">
        <p14:creationId xmlns:p14="http://schemas.microsoft.com/office/powerpoint/2010/main" val="289128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FE649D-99AA-BBD9-2C60-01A359D724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581236"/>
            <a:ext cx="9144000" cy="344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6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B62763-201C-E909-5F1E-9713EC77E6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616866"/>
            <a:ext cx="9144000" cy="34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C52B1F-B221-BB40-73E4-585089A7FF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599935"/>
            <a:ext cx="9144000" cy="35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7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82B26D-C448-6DBE-04FA-AA9DA1D695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95279"/>
            <a:ext cx="9144000" cy="41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8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F1605A-1788-C447-674D-2890F81BAA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0424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737078"/>
      </p:ext>
    </p:extLst>
  </p:cSld>
  <p:clrMapOvr>
    <a:masterClrMapping/>
  </p:clrMapOvr>
</p:sld>
</file>

<file path=ppt/theme/theme1.xml><?xml version="1.0" encoding="utf-8"?>
<a:theme xmlns:a="http://schemas.openxmlformats.org/drawingml/2006/main" name="2_Them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009C3893-1673-4D23-8A2F-4288968BD662}" vid="{51BCAD3C-FC1C-4B8C-8F82-03718FF557B8}"/>
    </a:ext>
  </a:extLst>
</a:theme>
</file>

<file path=ppt/theme/theme2.xml><?xml version="1.0" encoding="utf-8"?>
<a:theme xmlns:a="http://schemas.openxmlformats.org/drawingml/2006/main" name="Them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009C3893-1673-4D23-8A2F-4288968BD662}" vid="{4EC8590D-0405-4FA3-8B5B-340FA93770A2}"/>
    </a:ext>
  </a:extLst>
</a:theme>
</file>

<file path=ppt/theme/theme3.xml><?xml version="1.0" encoding="utf-8"?>
<a:theme xmlns:a="http://schemas.openxmlformats.org/drawingml/2006/main" name="1_Them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rmAutofit fontScale="85000" lnSpcReduction="20000"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009C3893-1673-4D23-8A2F-4288968BD662}" vid="{0B663AB4-D860-40B0-97BA-DF2F6520F83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6FCD5101276146AFACC431A63E4F1A" ma:contentTypeVersion="6" ma:contentTypeDescription="Crear nuevo documento." ma:contentTypeScope="" ma:versionID="dfa5725ae43d4fc8592ae3ccb92050fd">
  <xsd:schema xmlns:xsd="http://www.w3.org/2001/XMLSchema" xmlns:xs="http://www.w3.org/2001/XMLSchema" xmlns:p="http://schemas.microsoft.com/office/2006/metadata/properties" xmlns:ns2="196425aa-8b3d-4720-9369-7f7ede02cebb" targetNamespace="http://schemas.microsoft.com/office/2006/metadata/properties" ma:root="true" ma:fieldsID="9f568fcb6783ae378d1b0d3fdd6df1c4" ns2:_="">
    <xsd:import namespace="196425aa-8b3d-4720-9369-7f7ede02c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6425aa-8b3d-4720-9369-7f7ede02c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756EA9-C63B-48D8-BED1-97AFC4D63B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9A5DA6-3CF5-4156-AC3C-C2516721BB61}">
  <ds:schemaRefs>
    <ds:schemaRef ds:uri="196425aa-8b3d-4720-9369-7f7ede02ce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CD9B8F1-CB7E-463A-8278-E5CD98AA956F}">
  <ds:schemaRefs>
    <ds:schemaRef ds:uri="196425aa-8b3d-4720-9369-7f7ede02ce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</Template>
  <Application>Microsoft Office PowerPoint</Application>
  <PresentationFormat>On-screen Show (16:9)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2_Theme 1</vt:lpstr>
      <vt:lpstr>Theme 1</vt:lpstr>
      <vt:lpstr>1_Theme 1</vt:lpstr>
      <vt:lpstr>Presentación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Zea</dc:creator>
  <cp:revision>1</cp:revision>
  <dcterms:created xsi:type="dcterms:W3CDTF">2026-03-06T15:55:05Z</dcterms:created>
  <dcterms:modified xsi:type="dcterms:W3CDTF">2026-03-07T15:17:46Z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0x010100C06FCD5101276146AFACC431A63E4F1A</vt:lpwstr>
  </property>
  <property fmtid="{D5CDD505-2E9C-101B-9397-08002B2CF9AE}" pid="3" name="AuthorIds_UIVersion_7680">
    <vt:lpwstr>6</vt:lpwstr>
  </property>
</Properties>
</file>